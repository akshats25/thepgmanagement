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cfa85ebfb436b" /><Relationship Type="http://schemas.openxmlformats.org/officeDocument/2006/relationships/extended-properties" Target="/docProps/app.xml" Id="R34043e98cd2847cb" /><Relationship Type="http://schemas.openxmlformats.org/officeDocument/2006/relationships/officeDocument" Target="/ppt/presentation.xml" Id="R10b194e3e4de4c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af8508f3d438b"/>
  </p:sldMasterIdLst>
  <p:notesMasterIdLst>
    <p:notesMasterId xmlns:r="http://schemas.openxmlformats.org/officeDocument/2006/relationships" r:id="R75845556fc584df8"/>
  </p:notesMasterIdLst>
  <p:sldIdLst>
    <p:sldId xmlns:r="http://schemas.openxmlformats.org/officeDocument/2006/relationships" id="256" r:id="R08014434ce2c4b2e"/>
    <p:sldId xmlns:r="http://schemas.openxmlformats.org/officeDocument/2006/relationships" id="257" r:id="Rcd658eff65f74c4c"/>
    <p:sldId xmlns:r="http://schemas.openxmlformats.org/officeDocument/2006/relationships" id="258" r:id="R9b36154dcefb4785"/>
    <p:sldId xmlns:r="http://schemas.openxmlformats.org/officeDocument/2006/relationships" id="259" r:id="R29a629ccb5b04aa7"/>
    <p:sldId xmlns:r="http://schemas.openxmlformats.org/officeDocument/2006/relationships" id="260" r:id="R5b554a13d21149dd"/>
    <p:sldId xmlns:r="http://schemas.openxmlformats.org/officeDocument/2006/relationships" id="261" r:id="R68e2205fad83450e"/>
    <p:sldId xmlns:r="http://schemas.openxmlformats.org/officeDocument/2006/relationships" id="262" r:id="Rc2bcbec79b0e48fb"/>
    <p:sldId xmlns:r="http://schemas.openxmlformats.org/officeDocument/2006/relationships" id="263" r:id="Rd3e70256df7446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b28ffd88a74a1b" /><Relationship Type="http://schemas.openxmlformats.org/officeDocument/2006/relationships/slideMaster" Target="/ppt/slideMasters/slideMaster1.xml" Id="R4a1af8508f3d438b" /><Relationship Type="http://schemas.openxmlformats.org/officeDocument/2006/relationships/notesMaster" Target="/ppt/notesMasters/notesMaster1.xml" Id="R75845556fc584df8" /><Relationship Type="http://schemas.openxmlformats.org/officeDocument/2006/relationships/presProps" Target="/ppt/presProps.xml" Id="Ra7417bc4c8d0400b" /><Relationship Type="http://schemas.openxmlformats.org/officeDocument/2006/relationships/tableStyles" Target="/ppt/tableStyles.xml" Id="Rb7b03e34bfeb41c3" /><Relationship Type="http://schemas.openxmlformats.org/officeDocument/2006/relationships/slide" Target="/ppt/slides/slide1.xml" Id="R08014434ce2c4b2e" /><Relationship Type="http://schemas.openxmlformats.org/officeDocument/2006/relationships/slide" Target="/ppt/slides/slide2.xml" Id="Rcd658eff65f74c4c" /><Relationship Type="http://schemas.openxmlformats.org/officeDocument/2006/relationships/slide" Target="/ppt/slides/slide3.xml" Id="R9b36154dcefb4785" /><Relationship Type="http://schemas.openxmlformats.org/officeDocument/2006/relationships/slide" Target="/ppt/slides/slide4.xml" Id="R29a629ccb5b04aa7" /><Relationship Type="http://schemas.openxmlformats.org/officeDocument/2006/relationships/slide" Target="/ppt/slides/slide5.xml" Id="R5b554a13d21149dd" /><Relationship Type="http://schemas.openxmlformats.org/officeDocument/2006/relationships/slide" Target="/ppt/slides/slide6.xml" Id="R68e2205fad83450e" /><Relationship Type="http://schemas.openxmlformats.org/officeDocument/2006/relationships/slide" Target="/ppt/slides/slide7.xml" Id="Rc2bcbec79b0e48fb" /><Relationship Type="http://schemas.openxmlformats.org/officeDocument/2006/relationships/slide" Target="/ppt/slides/slide8.xml" Id="Rd3e70256df7446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6074ed46146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664544fb44868" /><Relationship Type="http://schemas.openxmlformats.org/officeDocument/2006/relationships/notesMaster" Target="/ppt/notesMasters/notesMaster1.xml" Id="R620a45d8f1fc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6ec9ac9cba4f1c" /><Relationship Type="http://schemas.openxmlformats.org/officeDocument/2006/relationships/notesMaster" Target="/ppt/notesMasters/notesMaster1.xml" Id="R9dff9a93830f47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cd16ad2fa42b1" /><Relationship Type="http://schemas.openxmlformats.org/officeDocument/2006/relationships/notesMaster" Target="/ppt/notesMasters/notesMaster1.xml" Id="R978a82aff92546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b4485042264fc2" /><Relationship Type="http://schemas.openxmlformats.org/officeDocument/2006/relationships/notesMaster" Target="/ppt/notesMasters/notesMaster1.xml" Id="R450426230a1749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50c80c1564838" /><Relationship Type="http://schemas.openxmlformats.org/officeDocument/2006/relationships/notesMaster" Target="/ppt/notesMasters/notesMaster1.xml" Id="Re8b503ffa89f42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7f6377c1e34022" /><Relationship Type="http://schemas.openxmlformats.org/officeDocument/2006/relationships/notesMaster" Target="/ppt/notesMasters/notesMaster1.xml" Id="Rb4fd4104500d40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c2d6de667f4bcb" /><Relationship Type="http://schemas.openxmlformats.org/officeDocument/2006/relationships/notesMaster" Target="/ppt/notesMasters/notesMaster1.xml" Id="R14bf1762384e41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d9c7566774d96" /><Relationship Type="http://schemas.openxmlformats.org/officeDocument/2006/relationships/notesMaster" Target="/ppt/notesMasters/notesMaster1.xml" Id="R07ab2e434db047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f8f0ea2844b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37bdd5a5549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c59e05b7b4e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e9e84fc7249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5cadd4d544f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655ad443c47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B2D6CC-2109-4FF0-848B-65D595AB1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50A3E7-BFAD-4D53-A146-9A4023583C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E3028F-8D49-4A79-B1E5-BF6CF652B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C962C4-FCA9-4839-AB11-EBDB3000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2DF0CE-7D07-487A-8CCE-B997977C5C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906439-42D5-4FAD-A372-33BBF5CC3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9E900F-3804-4237-8835-85A7986C7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35F230-47CB-40EE-94F3-9A6CED9B91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CCF83D-74D7-4DB7-91BF-4D71074DB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7EB198-B7D1-4E2A-86C6-0AA2C24A6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ec505b4ec427d" /><Relationship Type="http://schemas.openxmlformats.org/officeDocument/2006/relationships/slideLayout" Target="/ppt/slideLayouts/slideLayout1.xml" Id="R015156cddc734437" /><Relationship Type="http://schemas.openxmlformats.org/officeDocument/2006/relationships/slideLayout" Target="/ppt/slideLayouts/slideLayout2.xml" Id="R8f53b6ba07934e6a" /><Relationship Type="http://schemas.openxmlformats.org/officeDocument/2006/relationships/slideLayout" Target="/ppt/slideLayouts/slideLayout3.xml" Id="R9304f3df81d64ef3" /><Relationship Type="http://schemas.openxmlformats.org/officeDocument/2006/relationships/slideLayout" Target="/ppt/slideLayouts/slideLayout4.xml" Id="Rde7b4bf8c07d4cb3" /><Relationship Type="http://schemas.openxmlformats.org/officeDocument/2006/relationships/slideLayout" Target="/ppt/slideLayouts/slideLayout5.xml" Id="R4cd998bd08be443d" /><Relationship Type="http://schemas.openxmlformats.org/officeDocument/2006/relationships/slideLayout" Target="/ppt/slideLayouts/slideLayout6.xml" Id="Rb8308324e4c544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5156cddc734437"/>
    <p:sldLayoutId xmlns:r="http://schemas.openxmlformats.org/officeDocument/2006/relationships" id="2147483650" r:id="R8f53b6ba07934e6a"/>
    <p:sldLayoutId xmlns:r="http://schemas.openxmlformats.org/officeDocument/2006/relationships" id="2147483651" r:id="R9304f3df81d64ef3"/>
    <p:sldLayoutId xmlns:r="http://schemas.openxmlformats.org/officeDocument/2006/relationships" id="2147483652" r:id="Rde7b4bf8c07d4cb3"/>
    <p:sldLayoutId xmlns:r="http://schemas.openxmlformats.org/officeDocument/2006/relationships" id="2147483653" r:id="R4cd998bd08be443d"/>
    <p:sldLayoutId xmlns:r="http://schemas.openxmlformats.org/officeDocument/2006/relationships" id="2147483654" r:id="Rb8308324e4c544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d87cf22394608" /><Relationship Type="http://schemas.openxmlformats.org/officeDocument/2006/relationships/notesSlide" Target="/ppt/notesSlides/notesSlide1.xml" Id="Rb0770d1558f643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2d4eb0c074eb0" /><Relationship Type="http://schemas.openxmlformats.org/officeDocument/2006/relationships/notesSlide" Target="/ppt/notesSlides/notesSlide2.xml" Id="R2c0d6a723cbb4e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0e95c914343a3" /><Relationship Type="http://schemas.openxmlformats.org/officeDocument/2006/relationships/notesSlide" Target="/ppt/notesSlides/notesSlide3.xml" Id="R69b9fadd8d34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22ac91ae294b4c" /><Relationship Type="http://schemas.openxmlformats.org/officeDocument/2006/relationships/notesSlide" Target="/ppt/notesSlides/notesSlide4.xml" Id="Ra7ca9b110a7548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1abb68e7c4ef4" /><Relationship Type="http://schemas.openxmlformats.org/officeDocument/2006/relationships/notesSlide" Target="/ppt/notesSlides/notesSlide5.xml" Id="R6584f77a5e184c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b9e1a364b41c3" /><Relationship Type="http://schemas.openxmlformats.org/officeDocument/2006/relationships/notesSlide" Target="/ppt/notesSlides/notesSlide6.xml" Id="R78bde248f1df48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4fb8e5c38441d" /><Relationship Type="http://schemas.openxmlformats.org/officeDocument/2006/relationships/notesSlide" Target="/ppt/notesSlides/notesSlide7.xml" Id="R4fb18c568f2741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0c6d3d30840d8" /><Relationship Type="http://schemas.openxmlformats.org/officeDocument/2006/relationships/notesSlide" Target="/ppt/notesSlides/notesSlide8.xml" Id="R8cd19161ebb048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89DBE-B479-45E5-8223-7E1CDBF9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333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86DDB-AD06-4484-BD68-1ABB385A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67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4C3F2"/>
                </a:solidFill>
              </a:defRPr>
            </a:defPPr>
            <a:lvl1pPr>
              <a:defRPr sz="1200" b="1">
                <a:solidFill>
                  <a:srgbClr val="44C3F2"/>
                </a:solidFill>
              </a:defRPr>
            </a:lvl1pPr>
            <a:lvl2pPr>
              <a:defRPr sz="1200" b="1">
                <a:solidFill>
                  <a:srgbClr val="44C3F2"/>
                </a:solidFill>
              </a:defRPr>
            </a:lvl2pPr>
            <a:lvl3pPr>
              <a:defRPr sz="1200" b="1">
                <a:solidFill>
                  <a:srgbClr val="44C3F2"/>
                </a:solidFill>
              </a:defRPr>
            </a:lvl3pPr>
            <a:lvl4pPr>
              <a:defRPr sz="1200" b="1">
                <a:solidFill>
                  <a:srgbClr val="44C3F2"/>
                </a:solidFill>
              </a:defRPr>
            </a:lvl4pPr>
            <a:lvl5pPr>
              <a:defRPr sz="1200" b="1">
                <a:solidFill>
                  <a:srgbClr val="44C3F2"/>
                </a:solidFill>
              </a:defRPr>
            </a:lvl5pPr>
            <a:lvl6pPr>
              <a:defRPr sz="1200" b="1">
                <a:solidFill>
                  <a:srgbClr val="44C3F2"/>
                </a:solidFill>
              </a:defRPr>
            </a:lvl6pPr>
            <a:lvl7pPr>
              <a:defRPr sz="1200" b="1">
                <a:solidFill>
                  <a:srgbClr val="44C3F2"/>
                </a:solidFill>
              </a:defRPr>
            </a:lvl7pPr>
            <a:lvl8pPr>
              <a:defRPr sz="1200" b="1">
                <a:solidFill>
                  <a:srgbClr val="44C3F2"/>
                </a:solidFill>
              </a:defRPr>
            </a:lvl8pPr>
            <a:lvl9pPr>
              <a:defRPr sz="1200" b="1">
                <a:solidFill>
                  <a:srgbClr val="44C3F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4C3F2"/>
                </a:solidFill>
              </a:defRPr>
            </a:pPr>
            <a:r>
              <a:rPr sz="1200" b="1">
                <a:solidFill>
                  <a:srgbClr val="44C3F2"/>
                </a:solidFill>
              </a:rPr>
              <a:t>PANESAR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5BBDB-D8B5-4F0F-8892-A5D0007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Rental Management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659A8-2084-4FBA-AC7F-E6CE4F8F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D8E7FA"/>
                </a:solidFill>
              </a:defRPr>
            </a:defPPr>
            <a:lvl1pPr>
              <a:defRPr sz="1725">
                <a:solidFill>
                  <a:srgbClr val="D8E7FA"/>
                </a:solidFill>
              </a:defRPr>
            </a:lvl1pPr>
            <a:lvl2pPr>
              <a:defRPr sz="1725">
                <a:solidFill>
                  <a:srgbClr val="D8E7FA"/>
                </a:solidFill>
              </a:defRPr>
            </a:lvl2pPr>
            <a:lvl3pPr>
              <a:defRPr sz="1725">
                <a:solidFill>
                  <a:srgbClr val="D8E7FA"/>
                </a:solidFill>
              </a:defRPr>
            </a:lvl3pPr>
            <a:lvl4pPr>
              <a:defRPr sz="1725">
                <a:solidFill>
                  <a:srgbClr val="D8E7FA"/>
                </a:solidFill>
              </a:defRPr>
            </a:lvl4pPr>
            <a:lvl5pPr>
              <a:defRPr sz="1725">
                <a:solidFill>
                  <a:srgbClr val="D8E7FA"/>
                </a:solidFill>
              </a:defRPr>
            </a:lvl5pPr>
            <a:lvl6pPr>
              <a:defRPr sz="1725">
                <a:solidFill>
                  <a:srgbClr val="D8E7FA"/>
                </a:solidFill>
              </a:defRPr>
            </a:lvl6pPr>
            <a:lvl7pPr>
              <a:defRPr sz="1725">
                <a:solidFill>
                  <a:srgbClr val="D8E7FA"/>
                </a:solidFill>
              </a:defRPr>
            </a:lvl7pPr>
            <a:lvl8pPr>
              <a:defRPr sz="1725">
                <a:solidFill>
                  <a:srgbClr val="D8E7FA"/>
                </a:solidFill>
              </a:defRPr>
            </a:lvl8pPr>
            <a:lvl9pPr>
              <a:defRPr sz="1725">
                <a:solidFill>
                  <a:srgbClr val="D8E7FA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D8E7FA"/>
                </a:solidFill>
              </a:defRPr>
            </a:pPr>
            <a:r>
              <a:rPr sz="1725">
                <a:solidFill>
                  <a:srgbClr val="D8E7FA"/>
                </a:solidFill>
              </a:rPr>
              <a:t>A full-stack web application that manages rooms, residents, billing and reports.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87F3C-9CB9-4974-9D82-3C2023F5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4C3F2"/>
                </a:solidFill>
              </a:defRPr>
            </a:defPPr>
            <a:lvl1pPr>
              <a:defRPr sz="1200" b="1">
                <a:solidFill>
                  <a:srgbClr val="44C3F2"/>
                </a:solidFill>
              </a:defRPr>
            </a:lvl1pPr>
            <a:lvl2pPr>
              <a:defRPr sz="1200" b="1">
                <a:solidFill>
                  <a:srgbClr val="44C3F2"/>
                </a:solidFill>
              </a:defRPr>
            </a:lvl2pPr>
            <a:lvl3pPr>
              <a:defRPr sz="1200" b="1">
                <a:solidFill>
                  <a:srgbClr val="44C3F2"/>
                </a:solidFill>
              </a:defRPr>
            </a:lvl3pPr>
            <a:lvl4pPr>
              <a:defRPr sz="1200" b="1">
                <a:solidFill>
                  <a:srgbClr val="44C3F2"/>
                </a:solidFill>
              </a:defRPr>
            </a:lvl4pPr>
            <a:lvl5pPr>
              <a:defRPr sz="1200" b="1">
                <a:solidFill>
                  <a:srgbClr val="44C3F2"/>
                </a:solidFill>
              </a:defRPr>
            </a:lvl5pPr>
            <a:lvl6pPr>
              <a:defRPr sz="1200" b="1">
                <a:solidFill>
                  <a:srgbClr val="44C3F2"/>
                </a:solidFill>
              </a:defRPr>
            </a:lvl6pPr>
            <a:lvl7pPr>
              <a:defRPr sz="1200" b="1">
                <a:solidFill>
                  <a:srgbClr val="44C3F2"/>
                </a:solidFill>
              </a:defRPr>
            </a:lvl7pPr>
            <a:lvl8pPr>
              <a:defRPr sz="1200" b="1">
                <a:solidFill>
                  <a:srgbClr val="44C3F2"/>
                </a:solidFill>
              </a:defRPr>
            </a:lvl8pPr>
            <a:lvl9pPr>
              <a:defRPr sz="1200" b="1">
                <a:solidFill>
                  <a:srgbClr val="44C3F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4C3F2"/>
                </a:solidFill>
              </a:defRPr>
            </a:pPr>
            <a:r>
              <a:rPr sz="1200" b="1">
                <a:solidFill>
                  <a:srgbClr val="44C3F2"/>
                </a:solidFill>
              </a:rPr>
              <a:t>Interview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8850B-95A6-493E-8409-64DEE7C4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FFFFF"/>
                </a:solidFill>
              </a:defRPr>
            </a:defPPr>
            <a:lvl1pPr>
              <a:defRPr sz="1350">
                <a:solidFill>
                  <a:srgbClr val="FFFFFF"/>
                </a:solidFill>
              </a:defRPr>
            </a:lvl1pPr>
            <a:lvl2pPr>
              <a:defRPr sz="1350">
                <a:solidFill>
                  <a:srgbClr val="FFFFFF"/>
                </a:solidFill>
              </a:defRPr>
            </a:lvl2pPr>
            <a:lvl3pPr>
              <a:defRPr sz="1350">
                <a:solidFill>
                  <a:srgbClr val="FFFFFF"/>
                </a:solidFill>
              </a:defRPr>
            </a:lvl3pPr>
            <a:lvl4pPr>
              <a:defRPr sz="1350">
                <a:solidFill>
                  <a:srgbClr val="FFFFFF"/>
                </a:solidFill>
              </a:defRPr>
            </a:lvl4pPr>
            <a:lvl5pPr>
              <a:defRPr sz="1350">
                <a:solidFill>
                  <a:srgbClr val="FFFFFF"/>
                </a:solidFill>
              </a:defRPr>
            </a:lvl5pPr>
            <a:lvl6pPr>
              <a:defRPr sz="1350">
                <a:solidFill>
                  <a:srgbClr val="FFFFFF"/>
                </a:solidFill>
              </a:defRPr>
            </a:lvl6pPr>
            <a:lvl7pPr>
              <a:defRPr sz="1350">
                <a:solidFill>
                  <a:srgbClr val="FFFFFF"/>
                </a:solidFill>
              </a:defRPr>
            </a:lvl7pPr>
            <a:lvl8pPr>
              <a:defRPr sz="1350">
                <a:solidFill>
                  <a:srgbClr val="FFFFFF"/>
                </a:solidFill>
              </a:defRPr>
            </a:lvl8pPr>
            <a:lvl9pPr>
              <a:defRPr sz="13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Built with Django, React and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755DC-E398-49A1-90A0-7185C90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44C3F2"/>
                </a:solidFill>
              </a:defRPr>
            </a:defPPr>
            <a:lvl1pPr>
              <a:defRPr sz="1875" b="1">
                <a:solidFill>
                  <a:srgbClr val="44C3F2"/>
                </a:solidFill>
              </a:defRPr>
            </a:lvl1pPr>
            <a:lvl2pPr>
              <a:defRPr sz="1875" b="1">
                <a:solidFill>
                  <a:srgbClr val="44C3F2"/>
                </a:solidFill>
              </a:defRPr>
            </a:lvl2pPr>
            <a:lvl3pPr>
              <a:defRPr sz="1875" b="1">
                <a:solidFill>
                  <a:srgbClr val="44C3F2"/>
                </a:solidFill>
              </a:defRPr>
            </a:lvl3pPr>
            <a:lvl4pPr>
              <a:defRPr sz="1875" b="1">
                <a:solidFill>
                  <a:srgbClr val="44C3F2"/>
                </a:solidFill>
              </a:defRPr>
            </a:lvl4pPr>
            <a:lvl5pPr>
              <a:defRPr sz="1875" b="1">
                <a:solidFill>
                  <a:srgbClr val="44C3F2"/>
                </a:solidFill>
              </a:defRPr>
            </a:lvl5pPr>
            <a:lvl6pPr>
              <a:defRPr sz="1875" b="1">
                <a:solidFill>
                  <a:srgbClr val="44C3F2"/>
                </a:solidFill>
              </a:defRPr>
            </a:lvl6pPr>
            <a:lvl7pPr>
              <a:defRPr sz="1875" b="1">
                <a:solidFill>
                  <a:srgbClr val="44C3F2"/>
                </a:solidFill>
              </a:defRPr>
            </a:lvl7pPr>
            <a:lvl8pPr>
              <a:defRPr sz="1875" b="1">
                <a:solidFill>
                  <a:srgbClr val="44C3F2"/>
                </a:solidFill>
              </a:defRPr>
            </a:lvl8pPr>
            <a:lvl9pPr>
              <a:defRPr sz="1875" b="1">
                <a:solidFill>
                  <a:srgbClr val="44C3F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4C3F2"/>
                </a:solidFill>
              </a:defRPr>
            </a:pPr>
            <a:r>
              <a:rPr sz="1875" b="1">
                <a:solidFill>
                  <a:srgbClr val="44C3F2"/>
                </a:solidFill>
              </a:rPr>
              <a:t>ROOMS</a:t>
            </a:r>
          </a:p>
          <a:p xmlns:a="http://schemas.openxmlformats.org/drawingml/2006/main">
            <a:pPr>
              <a:defRPr sz="1875" b="1">
                <a:solidFill>
                  <a:srgbClr val="44C3F2"/>
                </a:solidFill>
              </a:defRPr>
            </a:pPr>
            <a:r>
              <a:rPr sz="1875" b="1">
                <a:solidFill>
                  <a:srgbClr val="44C3F2"/>
                </a:solidFill>
              </a:rPr>
              <a:t>RESIDENTS</a:t>
            </a:r>
          </a:p>
          <a:p xmlns:a="http://schemas.openxmlformats.org/drawingml/2006/main">
            <a:pPr>
              <a:defRPr sz="1875" b="1">
                <a:solidFill>
                  <a:srgbClr val="44C3F2"/>
                </a:solidFill>
              </a:defRPr>
            </a:pPr>
            <a:r>
              <a:rPr sz="1875" b="1">
                <a:solidFill>
                  <a:srgbClr val="44C3F2"/>
                </a:solidFill>
              </a:rPr>
              <a:t>REVENUE</a:t>
            </a:r>
          </a:p>
        </p:txBody>
      </p:sp>
    </p:spTree>
    <p:extLst>
      <p:ext uri="{BB962C8B-B14F-4D97-AF65-F5344CB8AC3E}">
        <p14:creationId xmlns:p14="http://schemas.microsoft.com/office/powerpoint/2010/main" val="1019909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5802D-4A69-49FD-8158-9E64397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EB39C-E20A-499B-B316-76098C39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479FF"/>
                </a:solidFill>
              </a:defRPr>
            </a:defPPr>
            <a:lvl1pPr>
              <a:defRPr sz="975" b="1">
                <a:solidFill>
                  <a:srgbClr val="1479FF"/>
                </a:solidFill>
              </a:defRPr>
            </a:lvl1pPr>
            <a:lvl2pPr>
              <a:defRPr sz="975" b="1">
                <a:solidFill>
                  <a:srgbClr val="1479FF"/>
                </a:solidFill>
              </a:defRPr>
            </a:lvl2pPr>
            <a:lvl3pPr>
              <a:defRPr sz="975" b="1">
                <a:solidFill>
                  <a:srgbClr val="1479FF"/>
                </a:solidFill>
              </a:defRPr>
            </a:lvl3pPr>
            <a:lvl4pPr>
              <a:defRPr sz="975" b="1">
                <a:solidFill>
                  <a:srgbClr val="1479FF"/>
                </a:solidFill>
              </a:defRPr>
            </a:lvl4pPr>
            <a:lvl5pPr>
              <a:defRPr sz="975" b="1">
                <a:solidFill>
                  <a:srgbClr val="1479FF"/>
                </a:solidFill>
              </a:defRPr>
            </a:lvl5pPr>
            <a:lvl6pPr>
              <a:defRPr sz="975" b="1">
                <a:solidFill>
                  <a:srgbClr val="1479FF"/>
                </a:solidFill>
              </a:defRPr>
            </a:lvl6pPr>
            <a:lvl7pPr>
              <a:defRPr sz="975" b="1">
                <a:solidFill>
                  <a:srgbClr val="1479FF"/>
                </a:solidFill>
              </a:defRPr>
            </a:lvl7pPr>
            <a:lvl8pPr>
              <a:defRPr sz="975" b="1">
                <a:solidFill>
                  <a:srgbClr val="1479FF"/>
                </a:solidFill>
              </a:defRPr>
            </a:lvl8pPr>
            <a:lvl9pPr>
              <a:defRPr sz="975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79FF"/>
                </a:solidFill>
              </a:defRPr>
            </a:pPr>
            <a:r>
              <a:rPr sz="975" b="1">
                <a:solidFill>
                  <a:srgbClr val="1479FF"/>
                </a:solidFill>
              </a:rPr>
              <a:t>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4C7C9-599B-4505-A34A-D233485F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  <a:lvl1pPr>
              <a:defRPr sz="2400" b="1">
                <a:solidFill>
                  <a:srgbClr val="102A43"/>
                </a:solidFill>
              </a:defRPr>
            </a:lvl1pPr>
            <a:lvl2pPr>
              <a:defRPr sz="2400" b="1">
                <a:solidFill>
                  <a:srgbClr val="102A43"/>
                </a:solidFill>
              </a:defRPr>
            </a:lvl2pPr>
            <a:lvl3pPr>
              <a:defRPr sz="2400" b="1">
                <a:solidFill>
                  <a:srgbClr val="102A43"/>
                </a:solidFill>
              </a:defRPr>
            </a:lvl3pPr>
            <a:lvl4pPr>
              <a:defRPr sz="2400" b="1">
                <a:solidFill>
                  <a:srgbClr val="102A43"/>
                </a:solidFill>
              </a:defRPr>
            </a:lvl4pPr>
            <a:lvl5pPr>
              <a:defRPr sz="2400" b="1">
                <a:solidFill>
                  <a:srgbClr val="102A43"/>
                </a:solidFill>
              </a:defRPr>
            </a:lvl5pPr>
            <a:lvl6pPr>
              <a:defRPr sz="2400" b="1">
                <a:solidFill>
                  <a:srgbClr val="102A43"/>
                </a:solidFill>
              </a:defRPr>
            </a:lvl6pPr>
            <a:lvl7pPr>
              <a:defRPr sz="2400" b="1">
                <a:solidFill>
                  <a:srgbClr val="102A43"/>
                </a:solidFill>
              </a:defRPr>
            </a:lvl7pPr>
            <a:lvl8pPr>
              <a:defRPr sz="2400" b="1">
                <a:solidFill>
                  <a:srgbClr val="102A43"/>
                </a:solidFill>
              </a:defRPr>
            </a:lvl8pPr>
            <a:lvl9pPr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The business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69F8E-A97E-480A-986C-13BCD6E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B677A"/>
                </a:solidFill>
              </a:defRPr>
            </a:defPPr>
            <a:lvl1pPr>
              <a:defRPr sz="825">
                <a:solidFill>
                  <a:srgbClr val="5B677A"/>
                </a:solidFill>
              </a:defRPr>
            </a:lvl1pPr>
            <a:lvl2pPr>
              <a:defRPr sz="825">
                <a:solidFill>
                  <a:srgbClr val="5B677A"/>
                </a:solidFill>
              </a:defRPr>
            </a:lvl2pPr>
            <a:lvl3pPr>
              <a:defRPr sz="825">
                <a:solidFill>
                  <a:srgbClr val="5B677A"/>
                </a:solidFill>
              </a:defRPr>
            </a:lvl3pPr>
            <a:lvl4pPr>
              <a:defRPr sz="825">
                <a:solidFill>
                  <a:srgbClr val="5B677A"/>
                </a:solidFill>
              </a:defRPr>
            </a:lvl4pPr>
            <a:lvl5pPr>
              <a:defRPr sz="825">
                <a:solidFill>
                  <a:srgbClr val="5B677A"/>
                </a:solidFill>
              </a:defRPr>
            </a:lvl5pPr>
            <a:lvl6pPr>
              <a:defRPr sz="825">
                <a:solidFill>
                  <a:srgbClr val="5B677A"/>
                </a:solidFill>
              </a:defRPr>
            </a:lvl6pPr>
            <a:lvl7pPr>
              <a:defRPr sz="825">
                <a:solidFill>
                  <a:srgbClr val="5B677A"/>
                </a:solidFill>
              </a:defRPr>
            </a:lvl7pPr>
            <a:lvl8pPr>
              <a:defRPr sz="825">
                <a:solidFill>
                  <a:srgbClr val="5B677A"/>
                </a:solidFill>
              </a:defRPr>
            </a:lvl8pPr>
            <a:lvl9pPr>
              <a:defRPr sz="8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5B677A"/>
                </a:solidFill>
              </a:defRPr>
            </a:pPr>
            <a:r>
              <a:rPr sz="825">
                <a:solidFill>
                  <a:srgbClr val="5B677A"/>
                </a:solidFill>
              </a:rPr>
              <a:t>Panesar Living | Hotel &amp; PG Rental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0D1F0-4EFD-4A56-8A3E-ABAB40AC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5B677A"/>
                </a:solidFill>
              </a:defRPr>
            </a:defPPr>
            <a:lvl1pPr>
              <a:defRPr sz="1725">
                <a:solidFill>
                  <a:srgbClr val="5B677A"/>
                </a:solidFill>
              </a:defRPr>
            </a:lvl1pPr>
            <a:lvl2pPr>
              <a:defRPr sz="1725">
                <a:solidFill>
                  <a:srgbClr val="5B677A"/>
                </a:solidFill>
              </a:defRPr>
            </a:lvl2pPr>
            <a:lvl3pPr>
              <a:defRPr sz="1725">
                <a:solidFill>
                  <a:srgbClr val="5B677A"/>
                </a:solidFill>
              </a:defRPr>
            </a:lvl3pPr>
            <a:lvl4pPr>
              <a:defRPr sz="1725">
                <a:solidFill>
                  <a:srgbClr val="5B677A"/>
                </a:solidFill>
              </a:defRPr>
            </a:lvl4pPr>
            <a:lvl5pPr>
              <a:defRPr sz="1725">
                <a:solidFill>
                  <a:srgbClr val="5B677A"/>
                </a:solidFill>
              </a:defRPr>
            </a:lvl5pPr>
            <a:lvl6pPr>
              <a:defRPr sz="1725">
                <a:solidFill>
                  <a:srgbClr val="5B677A"/>
                </a:solidFill>
              </a:defRPr>
            </a:lvl6pPr>
            <a:lvl7pPr>
              <a:defRPr sz="1725">
                <a:solidFill>
                  <a:srgbClr val="5B677A"/>
                </a:solidFill>
              </a:defRPr>
            </a:lvl7pPr>
            <a:lvl8pPr>
              <a:defRPr sz="1725">
                <a:solidFill>
                  <a:srgbClr val="5B677A"/>
                </a:solidFill>
              </a:defRPr>
            </a:lvl8pPr>
            <a:lvl9pPr>
              <a:defRPr sz="17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Replace manual tracking with one reliable workspace.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1FA86-6A08-4365-98B9-1B33CBFB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42318"/>
                </a:solidFill>
              </a:defRPr>
            </a:defPPr>
            <a:lvl1pPr>
              <a:defRPr sz="1500" b="1">
                <a:solidFill>
                  <a:srgbClr val="B42318"/>
                </a:solidFill>
              </a:defRPr>
            </a:lvl1pPr>
            <a:lvl2pPr>
              <a:defRPr sz="1500" b="1">
                <a:solidFill>
                  <a:srgbClr val="B42318"/>
                </a:solidFill>
              </a:defRPr>
            </a:lvl2pPr>
            <a:lvl3pPr>
              <a:defRPr sz="1500" b="1">
                <a:solidFill>
                  <a:srgbClr val="B42318"/>
                </a:solidFill>
              </a:defRPr>
            </a:lvl3pPr>
            <a:lvl4pPr>
              <a:defRPr sz="1500" b="1">
                <a:solidFill>
                  <a:srgbClr val="B42318"/>
                </a:solidFill>
              </a:defRPr>
            </a:lvl4pPr>
            <a:lvl5pPr>
              <a:defRPr sz="1500" b="1">
                <a:solidFill>
                  <a:srgbClr val="B42318"/>
                </a:solidFill>
              </a:defRPr>
            </a:lvl5pPr>
            <a:lvl6pPr>
              <a:defRPr sz="1500" b="1">
                <a:solidFill>
                  <a:srgbClr val="B42318"/>
                </a:solidFill>
              </a:defRPr>
            </a:lvl6pPr>
            <a:lvl7pPr>
              <a:defRPr sz="1500" b="1">
                <a:solidFill>
                  <a:srgbClr val="B42318"/>
                </a:solidFill>
              </a:defRPr>
            </a:lvl7pPr>
            <a:lvl8pPr>
              <a:defRPr sz="1500" b="1">
                <a:solidFill>
                  <a:srgbClr val="B42318"/>
                </a:solidFill>
              </a:defRPr>
            </a:lvl8pPr>
            <a:lvl9pPr>
              <a:defRPr sz="1500" b="1">
                <a:solidFill>
                  <a:srgbClr val="B42318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26276-1A8E-40A0-B6EE-1037789B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F2937"/>
                </a:solidFill>
              </a:defRPr>
            </a:defPPr>
            <a:lvl1pPr>
              <a:defRPr sz="1500">
                <a:solidFill>
                  <a:srgbClr val="1F2937"/>
                </a:solidFill>
              </a:defRPr>
            </a:lvl1pPr>
            <a:lvl2pPr>
              <a:defRPr sz="1500">
                <a:solidFill>
                  <a:srgbClr val="1F2937"/>
                </a:solidFill>
              </a:defRPr>
            </a:lvl2pPr>
            <a:lvl3pPr>
              <a:defRPr sz="1500">
                <a:solidFill>
                  <a:srgbClr val="1F2937"/>
                </a:solidFill>
              </a:defRPr>
            </a:lvl3pPr>
            <a:lvl4pPr>
              <a:defRPr sz="1500">
                <a:solidFill>
                  <a:srgbClr val="1F2937"/>
                </a:solidFill>
              </a:defRPr>
            </a:lvl4pPr>
            <a:lvl5pPr>
              <a:defRPr sz="1500">
                <a:solidFill>
                  <a:srgbClr val="1F2937"/>
                </a:solidFill>
              </a:defRPr>
            </a:lvl5pPr>
            <a:lvl6pPr>
              <a:defRPr sz="1500">
                <a:solidFill>
                  <a:srgbClr val="1F2937"/>
                </a:solidFill>
              </a:defRPr>
            </a:lvl6pPr>
            <a:lvl7pPr>
              <a:defRPr sz="1500">
                <a:solidFill>
                  <a:srgbClr val="1F2937"/>
                </a:solidFill>
              </a:defRPr>
            </a:lvl7pPr>
            <a:lvl8pPr>
              <a:defRPr sz="1500">
                <a:solidFill>
                  <a:srgbClr val="1F2937"/>
                </a:solidFill>
              </a:defRPr>
            </a:lvl8pPr>
            <a:lvl9pPr>
              <a:defRPr sz="1500">
                <a:solidFill>
                  <a:srgbClr val="1F2937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Track room status in separate records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Follow up on rent and electricity manually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Search resident history slowly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5DFA9-4408-44F1-85B3-D36B1FB5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835E"/>
                </a:solidFill>
              </a:defRPr>
            </a:defPPr>
            <a:lvl1pPr>
              <a:defRPr sz="1500" b="1">
                <a:solidFill>
                  <a:srgbClr val="17835E"/>
                </a:solidFill>
              </a:defRPr>
            </a:lvl1pPr>
            <a:lvl2pPr>
              <a:defRPr sz="1500" b="1">
                <a:solidFill>
                  <a:srgbClr val="17835E"/>
                </a:solidFill>
              </a:defRPr>
            </a:lvl2pPr>
            <a:lvl3pPr>
              <a:defRPr sz="1500" b="1">
                <a:solidFill>
                  <a:srgbClr val="17835E"/>
                </a:solidFill>
              </a:defRPr>
            </a:lvl3pPr>
            <a:lvl4pPr>
              <a:defRPr sz="1500" b="1">
                <a:solidFill>
                  <a:srgbClr val="17835E"/>
                </a:solidFill>
              </a:defRPr>
            </a:lvl4pPr>
            <a:lvl5pPr>
              <a:defRPr sz="1500" b="1">
                <a:solidFill>
                  <a:srgbClr val="17835E"/>
                </a:solidFill>
              </a:defRPr>
            </a:lvl5pPr>
            <a:lvl6pPr>
              <a:defRPr sz="1500" b="1">
                <a:solidFill>
                  <a:srgbClr val="17835E"/>
                </a:solidFill>
              </a:defRPr>
            </a:lvl6pPr>
            <a:lvl7pPr>
              <a:defRPr sz="1500" b="1">
                <a:solidFill>
                  <a:srgbClr val="17835E"/>
                </a:solidFill>
              </a:defRPr>
            </a:lvl7pPr>
            <a:lvl8pPr>
              <a:defRPr sz="1500" b="1">
                <a:solidFill>
                  <a:srgbClr val="17835E"/>
                </a:solidFill>
              </a:defRPr>
            </a:lvl8pPr>
            <a:lvl9pPr>
              <a:defRPr sz="1500" b="1">
                <a:solidFill>
                  <a:srgbClr val="17835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835E"/>
                </a:solidFill>
              </a:defRPr>
            </a:pPr>
            <a:r>
              <a:rPr sz="1500" b="1">
                <a:solidFill>
                  <a:srgbClr val="17835E"/>
                </a:solidFill>
              </a:rPr>
              <a:t>With Panesar Living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4B0D7-1528-465A-99D9-FA8FBBA4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F2937"/>
                </a:solidFill>
              </a:defRPr>
            </a:defPPr>
            <a:lvl1pPr>
              <a:defRPr sz="1500">
                <a:solidFill>
                  <a:srgbClr val="1F2937"/>
                </a:solidFill>
              </a:defRPr>
            </a:lvl1pPr>
            <a:lvl2pPr>
              <a:defRPr sz="1500">
                <a:solidFill>
                  <a:srgbClr val="1F2937"/>
                </a:solidFill>
              </a:defRPr>
            </a:lvl2pPr>
            <a:lvl3pPr>
              <a:defRPr sz="1500">
                <a:solidFill>
                  <a:srgbClr val="1F2937"/>
                </a:solidFill>
              </a:defRPr>
            </a:lvl3pPr>
            <a:lvl4pPr>
              <a:defRPr sz="1500">
                <a:solidFill>
                  <a:srgbClr val="1F2937"/>
                </a:solidFill>
              </a:defRPr>
            </a:lvl4pPr>
            <a:lvl5pPr>
              <a:defRPr sz="1500">
                <a:solidFill>
                  <a:srgbClr val="1F2937"/>
                </a:solidFill>
              </a:defRPr>
            </a:lvl5pPr>
            <a:lvl6pPr>
              <a:defRPr sz="1500">
                <a:solidFill>
                  <a:srgbClr val="1F2937"/>
                </a:solidFill>
              </a:defRPr>
            </a:lvl6pPr>
            <a:lvl7pPr>
              <a:defRPr sz="1500">
                <a:solidFill>
                  <a:srgbClr val="1F2937"/>
                </a:solidFill>
              </a:defRPr>
            </a:lvl7pPr>
            <a:lvl8pPr>
              <a:defRPr sz="1500">
                <a:solidFill>
                  <a:srgbClr val="1F2937"/>
                </a:solidFill>
              </a:defRPr>
            </a:lvl8pPr>
            <a:lvl9pPr>
              <a:defRPr sz="1500">
                <a:solidFill>
                  <a:srgbClr val="1F2937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View live room occupancy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Record rent and bills in one system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Generate dashboard and report data</a:t>
            </a:r>
          </a:p>
        </p:txBody>
      </p:sp>
    </p:spTree>
    <p:extLst>
      <p:ext uri="{BB962C8B-B14F-4D97-AF65-F5344CB8AC3E}">
        <p14:creationId xmlns:p14="http://schemas.microsoft.com/office/powerpoint/2010/main" val="1262043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46560-8A67-4AA6-B2E4-6A879FFF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FBCB2-4CBA-409E-A436-1ACD3EA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479FF"/>
                </a:solidFill>
              </a:defRPr>
            </a:defPPr>
            <a:lvl1pPr>
              <a:defRPr sz="975" b="1">
                <a:solidFill>
                  <a:srgbClr val="1479FF"/>
                </a:solidFill>
              </a:defRPr>
            </a:lvl1pPr>
            <a:lvl2pPr>
              <a:defRPr sz="975" b="1">
                <a:solidFill>
                  <a:srgbClr val="1479FF"/>
                </a:solidFill>
              </a:defRPr>
            </a:lvl2pPr>
            <a:lvl3pPr>
              <a:defRPr sz="975" b="1">
                <a:solidFill>
                  <a:srgbClr val="1479FF"/>
                </a:solidFill>
              </a:defRPr>
            </a:lvl3pPr>
            <a:lvl4pPr>
              <a:defRPr sz="975" b="1">
                <a:solidFill>
                  <a:srgbClr val="1479FF"/>
                </a:solidFill>
              </a:defRPr>
            </a:lvl4pPr>
            <a:lvl5pPr>
              <a:defRPr sz="975" b="1">
                <a:solidFill>
                  <a:srgbClr val="1479FF"/>
                </a:solidFill>
              </a:defRPr>
            </a:lvl5pPr>
            <a:lvl6pPr>
              <a:defRPr sz="975" b="1">
                <a:solidFill>
                  <a:srgbClr val="1479FF"/>
                </a:solidFill>
              </a:defRPr>
            </a:lvl6pPr>
            <a:lvl7pPr>
              <a:defRPr sz="975" b="1">
                <a:solidFill>
                  <a:srgbClr val="1479FF"/>
                </a:solidFill>
              </a:defRPr>
            </a:lvl7pPr>
            <a:lvl8pPr>
              <a:defRPr sz="975" b="1">
                <a:solidFill>
                  <a:srgbClr val="1479FF"/>
                </a:solidFill>
              </a:defRPr>
            </a:lvl8pPr>
            <a:lvl9pPr>
              <a:defRPr sz="975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79FF"/>
                </a:solidFill>
              </a:defRPr>
            </a:pPr>
            <a:r>
              <a:rPr sz="975" b="1">
                <a:solidFill>
                  <a:srgbClr val="1479FF"/>
                </a:solidFill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C705C-7CB4-4910-BD37-6AE8D0D9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  <a:lvl1pPr>
              <a:defRPr sz="2400" b="1">
                <a:solidFill>
                  <a:srgbClr val="102A43"/>
                </a:solidFill>
              </a:defRPr>
            </a:lvl1pPr>
            <a:lvl2pPr>
              <a:defRPr sz="2400" b="1">
                <a:solidFill>
                  <a:srgbClr val="102A43"/>
                </a:solidFill>
              </a:defRPr>
            </a:lvl2pPr>
            <a:lvl3pPr>
              <a:defRPr sz="2400" b="1">
                <a:solidFill>
                  <a:srgbClr val="102A43"/>
                </a:solidFill>
              </a:defRPr>
            </a:lvl3pPr>
            <a:lvl4pPr>
              <a:defRPr sz="2400" b="1">
                <a:solidFill>
                  <a:srgbClr val="102A43"/>
                </a:solidFill>
              </a:defRPr>
            </a:lvl4pPr>
            <a:lvl5pPr>
              <a:defRPr sz="2400" b="1">
                <a:solidFill>
                  <a:srgbClr val="102A43"/>
                </a:solidFill>
              </a:defRPr>
            </a:lvl5pPr>
            <a:lvl6pPr>
              <a:defRPr sz="2400" b="1">
                <a:solidFill>
                  <a:srgbClr val="102A43"/>
                </a:solidFill>
              </a:defRPr>
            </a:lvl6pPr>
            <a:lvl7pPr>
              <a:defRPr sz="2400" b="1">
                <a:solidFill>
                  <a:srgbClr val="102A43"/>
                </a:solidFill>
              </a:defRPr>
            </a:lvl7pPr>
            <a:lvl8pPr>
              <a:defRPr sz="2400" b="1">
                <a:solidFill>
                  <a:srgbClr val="102A43"/>
                </a:solidFill>
              </a:defRPr>
            </a:lvl8pPr>
            <a:lvl9pPr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How the system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E70EE-78C5-4B24-A4DD-26306318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B677A"/>
                </a:solidFill>
              </a:defRPr>
            </a:defPPr>
            <a:lvl1pPr>
              <a:defRPr sz="825">
                <a:solidFill>
                  <a:srgbClr val="5B677A"/>
                </a:solidFill>
              </a:defRPr>
            </a:lvl1pPr>
            <a:lvl2pPr>
              <a:defRPr sz="825">
                <a:solidFill>
                  <a:srgbClr val="5B677A"/>
                </a:solidFill>
              </a:defRPr>
            </a:lvl2pPr>
            <a:lvl3pPr>
              <a:defRPr sz="825">
                <a:solidFill>
                  <a:srgbClr val="5B677A"/>
                </a:solidFill>
              </a:defRPr>
            </a:lvl3pPr>
            <a:lvl4pPr>
              <a:defRPr sz="825">
                <a:solidFill>
                  <a:srgbClr val="5B677A"/>
                </a:solidFill>
              </a:defRPr>
            </a:lvl4pPr>
            <a:lvl5pPr>
              <a:defRPr sz="825">
                <a:solidFill>
                  <a:srgbClr val="5B677A"/>
                </a:solidFill>
              </a:defRPr>
            </a:lvl5pPr>
            <a:lvl6pPr>
              <a:defRPr sz="825">
                <a:solidFill>
                  <a:srgbClr val="5B677A"/>
                </a:solidFill>
              </a:defRPr>
            </a:lvl6pPr>
            <a:lvl7pPr>
              <a:defRPr sz="825">
                <a:solidFill>
                  <a:srgbClr val="5B677A"/>
                </a:solidFill>
              </a:defRPr>
            </a:lvl7pPr>
            <a:lvl8pPr>
              <a:defRPr sz="825">
                <a:solidFill>
                  <a:srgbClr val="5B677A"/>
                </a:solidFill>
              </a:defRPr>
            </a:lvl8pPr>
            <a:lvl9pPr>
              <a:defRPr sz="8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5B677A"/>
                </a:solidFill>
              </a:defRPr>
            </a:pPr>
            <a:r>
              <a:rPr sz="825">
                <a:solidFill>
                  <a:srgbClr val="5B677A"/>
                </a:solidFill>
              </a:rPr>
              <a:t>Panesar Living | Hotel &amp; PG Rental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E4045-BCDF-4C8A-A140-14EFC82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5B677A"/>
                </a:solidFill>
              </a:defRPr>
            </a:defPPr>
            <a:lvl1pPr>
              <a:defRPr sz="1650">
                <a:solidFill>
                  <a:srgbClr val="5B677A"/>
                </a:solidFill>
              </a:defRPr>
            </a:lvl1pPr>
            <a:lvl2pPr>
              <a:defRPr sz="1650">
                <a:solidFill>
                  <a:srgbClr val="5B677A"/>
                </a:solidFill>
              </a:defRPr>
            </a:lvl2pPr>
            <a:lvl3pPr>
              <a:defRPr sz="1650">
                <a:solidFill>
                  <a:srgbClr val="5B677A"/>
                </a:solidFill>
              </a:defRPr>
            </a:lvl3pPr>
            <a:lvl4pPr>
              <a:defRPr sz="1650">
                <a:solidFill>
                  <a:srgbClr val="5B677A"/>
                </a:solidFill>
              </a:defRPr>
            </a:lvl4pPr>
            <a:lvl5pPr>
              <a:defRPr sz="1650">
                <a:solidFill>
                  <a:srgbClr val="5B677A"/>
                </a:solidFill>
              </a:defRPr>
            </a:lvl5pPr>
            <a:lvl6pPr>
              <a:defRPr sz="1650">
                <a:solidFill>
                  <a:srgbClr val="5B677A"/>
                </a:solidFill>
              </a:defRPr>
            </a:lvl6pPr>
            <a:lvl7pPr>
              <a:defRPr sz="1650">
                <a:solidFill>
                  <a:srgbClr val="5B677A"/>
                </a:solidFill>
              </a:defRPr>
            </a:lvl7pPr>
            <a:lvl8pPr>
              <a:defRPr sz="1650">
                <a:solidFill>
                  <a:srgbClr val="5B677A"/>
                </a:solidFill>
              </a:defRPr>
            </a:lvl8pPr>
            <a:lvl9pPr>
              <a:defRPr sz="165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Staff follow one clear operational 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135C6-C578-4F85-9F02-E8122778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52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B8BE6-74A2-4567-B506-356D8B38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9FF"/>
                </a:solidFill>
              </a:defRPr>
            </a:defPPr>
            <a:lvl1pPr>
              <a:defRPr sz="1800" b="1">
                <a:solidFill>
                  <a:srgbClr val="1479FF"/>
                </a:solidFill>
              </a:defRPr>
            </a:lvl1pPr>
            <a:lvl2pPr>
              <a:defRPr sz="1800" b="1">
                <a:solidFill>
                  <a:srgbClr val="1479FF"/>
                </a:solidFill>
              </a:defRPr>
            </a:lvl2pPr>
            <a:lvl3pPr>
              <a:defRPr sz="1800" b="1">
                <a:solidFill>
                  <a:srgbClr val="1479FF"/>
                </a:solidFill>
              </a:defRPr>
            </a:lvl3pPr>
            <a:lvl4pPr>
              <a:defRPr sz="1800" b="1">
                <a:solidFill>
                  <a:srgbClr val="1479FF"/>
                </a:solidFill>
              </a:defRPr>
            </a:lvl4pPr>
            <a:lvl5pPr>
              <a:defRPr sz="1800" b="1">
                <a:solidFill>
                  <a:srgbClr val="1479FF"/>
                </a:solidFill>
              </a:defRPr>
            </a:lvl5pPr>
            <a:lvl6pPr>
              <a:defRPr sz="1800" b="1">
                <a:solidFill>
                  <a:srgbClr val="1479FF"/>
                </a:solidFill>
              </a:defRPr>
            </a:lvl6pPr>
            <a:lvl7pPr>
              <a:defRPr sz="1800" b="1">
                <a:solidFill>
                  <a:srgbClr val="1479FF"/>
                </a:solidFill>
              </a:defRPr>
            </a:lvl7pPr>
            <a:lvl8pPr>
              <a:defRPr sz="1800" b="1">
                <a:solidFill>
                  <a:srgbClr val="1479FF"/>
                </a:solidFill>
              </a:defRPr>
            </a:lvl8pPr>
            <a:lvl9pPr>
              <a:defRPr sz="1800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9FF"/>
                </a:solidFill>
              </a:defRPr>
            </a:pPr>
            <a:r>
              <a:rPr sz="1800" b="1">
                <a:solidFill>
                  <a:srgbClr val="1479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90A78-17B6-4F90-9CD2-8F4F11AC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Add rooms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0C488-02CA-40A9-A25A-4DAEAB3D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B677A"/>
                </a:solidFill>
              </a:defRPr>
            </a:defPPr>
            <a:lvl1pPr>
              <a:defRPr sz="1125">
                <a:solidFill>
                  <a:srgbClr val="5B677A"/>
                </a:solidFill>
              </a:defRPr>
            </a:lvl1pPr>
            <a:lvl2pPr>
              <a:defRPr sz="1125">
                <a:solidFill>
                  <a:srgbClr val="5B677A"/>
                </a:solidFill>
              </a:defRPr>
            </a:lvl2pPr>
            <a:lvl3pPr>
              <a:defRPr sz="1125">
                <a:solidFill>
                  <a:srgbClr val="5B677A"/>
                </a:solidFill>
              </a:defRPr>
            </a:lvl3pPr>
            <a:lvl4pPr>
              <a:defRPr sz="1125">
                <a:solidFill>
                  <a:srgbClr val="5B677A"/>
                </a:solidFill>
              </a:defRPr>
            </a:lvl4pPr>
            <a:lvl5pPr>
              <a:defRPr sz="1125">
                <a:solidFill>
                  <a:srgbClr val="5B677A"/>
                </a:solidFill>
              </a:defRPr>
            </a:lvl5pPr>
            <a:lvl6pPr>
              <a:defRPr sz="1125">
                <a:solidFill>
                  <a:srgbClr val="5B677A"/>
                </a:solidFill>
              </a:defRPr>
            </a:lvl6pPr>
            <a:lvl7pPr>
              <a:defRPr sz="1125">
                <a:solidFill>
                  <a:srgbClr val="5B677A"/>
                </a:solidFill>
              </a:defRPr>
            </a:lvl7pPr>
            <a:lvl8pPr>
              <a:defRPr sz="1125">
                <a:solidFill>
                  <a:srgbClr val="5B677A"/>
                </a:solidFill>
              </a:defRPr>
            </a:lvl8pPr>
            <a:lvl9pPr>
              <a:defRPr sz="11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5B677A"/>
                </a:solidFill>
              </a:defRPr>
            </a:pPr>
            <a:r>
              <a:rPr sz="1125">
                <a:solidFill>
                  <a:srgbClr val="5B677A"/>
                </a:solidFill>
              </a:rPr>
              <a:t>Create buildings and room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2E6BA-8EF4-4F73-A542-7D0FF906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2152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1FA4C-0774-4A96-A8C9-E64FEC43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9FF"/>
                </a:solidFill>
              </a:defRPr>
            </a:defPPr>
            <a:lvl1pPr>
              <a:defRPr sz="1800" b="1">
                <a:solidFill>
                  <a:srgbClr val="1479FF"/>
                </a:solidFill>
              </a:defRPr>
            </a:lvl1pPr>
            <a:lvl2pPr>
              <a:defRPr sz="1800" b="1">
                <a:solidFill>
                  <a:srgbClr val="1479FF"/>
                </a:solidFill>
              </a:defRPr>
            </a:lvl2pPr>
            <a:lvl3pPr>
              <a:defRPr sz="1800" b="1">
                <a:solidFill>
                  <a:srgbClr val="1479FF"/>
                </a:solidFill>
              </a:defRPr>
            </a:lvl3pPr>
            <a:lvl4pPr>
              <a:defRPr sz="1800" b="1">
                <a:solidFill>
                  <a:srgbClr val="1479FF"/>
                </a:solidFill>
              </a:defRPr>
            </a:lvl4pPr>
            <a:lvl5pPr>
              <a:defRPr sz="1800" b="1">
                <a:solidFill>
                  <a:srgbClr val="1479FF"/>
                </a:solidFill>
              </a:defRPr>
            </a:lvl5pPr>
            <a:lvl6pPr>
              <a:defRPr sz="1800" b="1">
                <a:solidFill>
                  <a:srgbClr val="1479FF"/>
                </a:solidFill>
              </a:defRPr>
            </a:lvl6pPr>
            <a:lvl7pPr>
              <a:defRPr sz="1800" b="1">
                <a:solidFill>
                  <a:srgbClr val="1479FF"/>
                </a:solidFill>
              </a:defRPr>
            </a:lvl7pPr>
            <a:lvl8pPr>
              <a:defRPr sz="1800" b="1">
                <a:solidFill>
                  <a:srgbClr val="1479FF"/>
                </a:solidFill>
              </a:defRPr>
            </a:lvl8pPr>
            <a:lvl9pPr>
              <a:defRPr sz="1800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9FF"/>
                </a:solidFill>
              </a:defRPr>
            </a:pPr>
            <a:r>
              <a:rPr sz="1800" b="1">
                <a:solidFill>
                  <a:srgbClr val="1479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8AF41-18EA-4FDA-8357-0605DF88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Assign residents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190C5-2E13-4656-90B1-E9E32F4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861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B677A"/>
                </a:solidFill>
              </a:defRPr>
            </a:defPPr>
            <a:lvl1pPr>
              <a:defRPr sz="1125">
                <a:solidFill>
                  <a:srgbClr val="5B677A"/>
                </a:solidFill>
              </a:defRPr>
            </a:lvl1pPr>
            <a:lvl2pPr>
              <a:defRPr sz="1125">
                <a:solidFill>
                  <a:srgbClr val="5B677A"/>
                </a:solidFill>
              </a:defRPr>
            </a:lvl2pPr>
            <a:lvl3pPr>
              <a:defRPr sz="1125">
                <a:solidFill>
                  <a:srgbClr val="5B677A"/>
                </a:solidFill>
              </a:defRPr>
            </a:lvl3pPr>
            <a:lvl4pPr>
              <a:defRPr sz="1125">
                <a:solidFill>
                  <a:srgbClr val="5B677A"/>
                </a:solidFill>
              </a:defRPr>
            </a:lvl4pPr>
            <a:lvl5pPr>
              <a:defRPr sz="1125">
                <a:solidFill>
                  <a:srgbClr val="5B677A"/>
                </a:solidFill>
              </a:defRPr>
            </a:lvl5pPr>
            <a:lvl6pPr>
              <a:defRPr sz="1125">
                <a:solidFill>
                  <a:srgbClr val="5B677A"/>
                </a:solidFill>
              </a:defRPr>
            </a:lvl6pPr>
            <a:lvl7pPr>
              <a:defRPr sz="1125">
                <a:solidFill>
                  <a:srgbClr val="5B677A"/>
                </a:solidFill>
              </a:defRPr>
            </a:lvl7pPr>
            <a:lvl8pPr>
              <a:defRPr sz="1125">
                <a:solidFill>
                  <a:srgbClr val="5B677A"/>
                </a:solidFill>
              </a:defRPr>
            </a:lvl8pPr>
            <a:lvl9pPr>
              <a:defRPr sz="11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5B677A"/>
                </a:solidFill>
              </a:defRPr>
            </a:pPr>
            <a:r>
              <a:rPr sz="1125">
                <a:solidFill>
                  <a:srgbClr val="5B677A"/>
                </a:solidFill>
              </a:rPr>
              <a:t>Check capacity and record 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679C4-B325-48AB-A0B6-88149BF6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2152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AE8D6-F2E5-4F9E-94E0-93E1D9CA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9FF"/>
                </a:solidFill>
              </a:defRPr>
            </a:defPPr>
            <a:lvl1pPr>
              <a:defRPr sz="1800" b="1">
                <a:solidFill>
                  <a:srgbClr val="1479FF"/>
                </a:solidFill>
              </a:defRPr>
            </a:lvl1pPr>
            <a:lvl2pPr>
              <a:defRPr sz="1800" b="1">
                <a:solidFill>
                  <a:srgbClr val="1479FF"/>
                </a:solidFill>
              </a:defRPr>
            </a:lvl2pPr>
            <a:lvl3pPr>
              <a:defRPr sz="1800" b="1">
                <a:solidFill>
                  <a:srgbClr val="1479FF"/>
                </a:solidFill>
              </a:defRPr>
            </a:lvl3pPr>
            <a:lvl4pPr>
              <a:defRPr sz="1800" b="1">
                <a:solidFill>
                  <a:srgbClr val="1479FF"/>
                </a:solidFill>
              </a:defRPr>
            </a:lvl4pPr>
            <a:lvl5pPr>
              <a:defRPr sz="1800" b="1">
                <a:solidFill>
                  <a:srgbClr val="1479FF"/>
                </a:solidFill>
              </a:defRPr>
            </a:lvl5pPr>
            <a:lvl6pPr>
              <a:defRPr sz="1800" b="1">
                <a:solidFill>
                  <a:srgbClr val="1479FF"/>
                </a:solidFill>
              </a:defRPr>
            </a:lvl6pPr>
            <a:lvl7pPr>
              <a:defRPr sz="1800" b="1">
                <a:solidFill>
                  <a:srgbClr val="1479FF"/>
                </a:solidFill>
              </a:defRPr>
            </a:lvl7pPr>
            <a:lvl8pPr>
              <a:defRPr sz="1800" b="1">
                <a:solidFill>
                  <a:srgbClr val="1479FF"/>
                </a:solidFill>
              </a:defRPr>
            </a:lvl8pPr>
            <a:lvl9pPr>
              <a:defRPr sz="1800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9FF"/>
                </a:solidFill>
              </a:defRPr>
            </a:pPr>
            <a:r>
              <a:rPr sz="1800" b="1">
                <a:solidFill>
                  <a:srgbClr val="1479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CA81D-4C1E-4D2F-82DE-C84BBEFF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Collect payments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0AB5D-6737-4F66-A32F-A5365BAA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B677A"/>
                </a:solidFill>
              </a:defRPr>
            </a:defPPr>
            <a:lvl1pPr>
              <a:defRPr sz="1125">
                <a:solidFill>
                  <a:srgbClr val="5B677A"/>
                </a:solidFill>
              </a:defRPr>
            </a:lvl1pPr>
            <a:lvl2pPr>
              <a:defRPr sz="1125">
                <a:solidFill>
                  <a:srgbClr val="5B677A"/>
                </a:solidFill>
              </a:defRPr>
            </a:lvl2pPr>
            <a:lvl3pPr>
              <a:defRPr sz="1125">
                <a:solidFill>
                  <a:srgbClr val="5B677A"/>
                </a:solidFill>
              </a:defRPr>
            </a:lvl3pPr>
            <a:lvl4pPr>
              <a:defRPr sz="1125">
                <a:solidFill>
                  <a:srgbClr val="5B677A"/>
                </a:solidFill>
              </a:defRPr>
            </a:lvl4pPr>
            <a:lvl5pPr>
              <a:defRPr sz="1125">
                <a:solidFill>
                  <a:srgbClr val="5B677A"/>
                </a:solidFill>
              </a:defRPr>
            </a:lvl5pPr>
            <a:lvl6pPr>
              <a:defRPr sz="1125">
                <a:solidFill>
                  <a:srgbClr val="5B677A"/>
                </a:solidFill>
              </a:defRPr>
            </a:lvl6pPr>
            <a:lvl7pPr>
              <a:defRPr sz="1125">
                <a:solidFill>
                  <a:srgbClr val="5B677A"/>
                </a:solidFill>
              </a:defRPr>
            </a:lvl7pPr>
            <a:lvl8pPr>
              <a:defRPr sz="1125">
                <a:solidFill>
                  <a:srgbClr val="5B677A"/>
                </a:solidFill>
              </a:defRPr>
            </a:lvl8pPr>
            <a:lvl9pPr>
              <a:defRPr sz="11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5B677A"/>
                </a:solidFill>
              </a:defRPr>
            </a:pPr>
            <a:r>
              <a:rPr sz="1125">
                <a:solidFill>
                  <a:srgbClr val="5B677A"/>
                </a:solidFill>
              </a:rPr>
              <a:t>Track rent and electricity dues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6A53E-2893-4FEE-9915-FE95E4E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152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AC3F8-3A81-41AB-A761-190B0B31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9FF"/>
                </a:solidFill>
              </a:defRPr>
            </a:defPPr>
            <a:lvl1pPr>
              <a:defRPr sz="1800" b="1">
                <a:solidFill>
                  <a:srgbClr val="1479FF"/>
                </a:solidFill>
              </a:defRPr>
            </a:lvl1pPr>
            <a:lvl2pPr>
              <a:defRPr sz="1800" b="1">
                <a:solidFill>
                  <a:srgbClr val="1479FF"/>
                </a:solidFill>
              </a:defRPr>
            </a:lvl2pPr>
            <a:lvl3pPr>
              <a:defRPr sz="1800" b="1">
                <a:solidFill>
                  <a:srgbClr val="1479FF"/>
                </a:solidFill>
              </a:defRPr>
            </a:lvl3pPr>
            <a:lvl4pPr>
              <a:defRPr sz="1800" b="1">
                <a:solidFill>
                  <a:srgbClr val="1479FF"/>
                </a:solidFill>
              </a:defRPr>
            </a:lvl4pPr>
            <a:lvl5pPr>
              <a:defRPr sz="1800" b="1">
                <a:solidFill>
                  <a:srgbClr val="1479FF"/>
                </a:solidFill>
              </a:defRPr>
            </a:lvl5pPr>
            <a:lvl6pPr>
              <a:defRPr sz="1800" b="1">
                <a:solidFill>
                  <a:srgbClr val="1479FF"/>
                </a:solidFill>
              </a:defRPr>
            </a:lvl6pPr>
            <a:lvl7pPr>
              <a:defRPr sz="1800" b="1">
                <a:solidFill>
                  <a:srgbClr val="1479FF"/>
                </a:solidFill>
              </a:defRPr>
            </a:lvl7pPr>
            <a:lvl8pPr>
              <a:defRPr sz="1800" b="1">
                <a:solidFill>
                  <a:srgbClr val="1479FF"/>
                </a:solidFill>
              </a:defRPr>
            </a:lvl8pPr>
            <a:lvl9pPr>
              <a:defRPr sz="1800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9FF"/>
                </a:solidFill>
              </a:defRPr>
            </a:pPr>
            <a:r>
              <a:rPr sz="1800" b="1">
                <a:solidFill>
                  <a:srgbClr val="1479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ECA9B-C05B-437C-98E1-1BCEDE1E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Review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EB3CD-BCF0-4D11-82DB-209C87FA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861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B677A"/>
                </a:solidFill>
              </a:defRPr>
            </a:defPPr>
            <a:lvl1pPr>
              <a:defRPr sz="1125">
                <a:solidFill>
                  <a:srgbClr val="5B677A"/>
                </a:solidFill>
              </a:defRPr>
            </a:lvl1pPr>
            <a:lvl2pPr>
              <a:defRPr sz="1125">
                <a:solidFill>
                  <a:srgbClr val="5B677A"/>
                </a:solidFill>
              </a:defRPr>
            </a:lvl2pPr>
            <a:lvl3pPr>
              <a:defRPr sz="1125">
                <a:solidFill>
                  <a:srgbClr val="5B677A"/>
                </a:solidFill>
              </a:defRPr>
            </a:lvl3pPr>
            <a:lvl4pPr>
              <a:defRPr sz="1125">
                <a:solidFill>
                  <a:srgbClr val="5B677A"/>
                </a:solidFill>
              </a:defRPr>
            </a:lvl4pPr>
            <a:lvl5pPr>
              <a:defRPr sz="1125">
                <a:solidFill>
                  <a:srgbClr val="5B677A"/>
                </a:solidFill>
              </a:defRPr>
            </a:lvl5pPr>
            <a:lvl6pPr>
              <a:defRPr sz="1125">
                <a:solidFill>
                  <a:srgbClr val="5B677A"/>
                </a:solidFill>
              </a:defRPr>
            </a:lvl6pPr>
            <a:lvl7pPr>
              <a:defRPr sz="1125">
                <a:solidFill>
                  <a:srgbClr val="5B677A"/>
                </a:solidFill>
              </a:defRPr>
            </a:lvl7pPr>
            <a:lvl8pPr>
              <a:defRPr sz="1125">
                <a:solidFill>
                  <a:srgbClr val="5B677A"/>
                </a:solidFill>
              </a:defRPr>
            </a:lvl8pPr>
            <a:lvl9pPr>
              <a:defRPr sz="11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5B677A"/>
                </a:solidFill>
              </a:defRPr>
            </a:pPr>
            <a:r>
              <a:rPr sz="1125">
                <a:solidFill>
                  <a:srgbClr val="5B677A"/>
                </a:solidFill>
              </a:rPr>
              <a:t>Monitor occupancy and finances</a:t>
            </a:r>
          </a:p>
        </p:txBody>
      </p:sp>
    </p:spTree>
    <p:extLst>
      <p:ext uri="{BB962C8B-B14F-4D97-AF65-F5344CB8AC3E}">
        <p14:creationId xmlns:p14="http://schemas.microsoft.com/office/powerpoint/2010/main" val="1715728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C3034-BD82-4317-850F-39E055C7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DEF68-9839-434E-A856-0E1461CD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479FF"/>
                </a:solidFill>
              </a:defRPr>
            </a:defPPr>
            <a:lvl1pPr>
              <a:defRPr sz="975" b="1">
                <a:solidFill>
                  <a:srgbClr val="1479FF"/>
                </a:solidFill>
              </a:defRPr>
            </a:lvl1pPr>
            <a:lvl2pPr>
              <a:defRPr sz="975" b="1">
                <a:solidFill>
                  <a:srgbClr val="1479FF"/>
                </a:solidFill>
              </a:defRPr>
            </a:lvl2pPr>
            <a:lvl3pPr>
              <a:defRPr sz="975" b="1">
                <a:solidFill>
                  <a:srgbClr val="1479FF"/>
                </a:solidFill>
              </a:defRPr>
            </a:lvl3pPr>
            <a:lvl4pPr>
              <a:defRPr sz="975" b="1">
                <a:solidFill>
                  <a:srgbClr val="1479FF"/>
                </a:solidFill>
              </a:defRPr>
            </a:lvl4pPr>
            <a:lvl5pPr>
              <a:defRPr sz="975" b="1">
                <a:solidFill>
                  <a:srgbClr val="1479FF"/>
                </a:solidFill>
              </a:defRPr>
            </a:lvl5pPr>
            <a:lvl6pPr>
              <a:defRPr sz="975" b="1">
                <a:solidFill>
                  <a:srgbClr val="1479FF"/>
                </a:solidFill>
              </a:defRPr>
            </a:lvl6pPr>
            <a:lvl7pPr>
              <a:defRPr sz="975" b="1">
                <a:solidFill>
                  <a:srgbClr val="1479FF"/>
                </a:solidFill>
              </a:defRPr>
            </a:lvl7pPr>
            <a:lvl8pPr>
              <a:defRPr sz="975" b="1">
                <a:solidFill>
                  <a:srgbClr val="1479FF"/>
                </a:solidFill>
              </a:defRPr>
            </a:lvl8pPr>
            <a:lvl9pPr>
              <a:defRPr sz="975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79FF"/>
                </a:solidFill>
              </a:defRPr>
            </a:pPr>
            <a:r>
              <a:rPr sz="975" b="1">
                <a:solidFill>
                  <a:srgbClr val="1479FF"/>
                </a:solidFill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E027-E5F6-42A0-80C0-AAA03DD4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  <a:lvl1pPr>
              <a:defRPr sz="2400" b="1">
                <a:solidFill>
                  <a:srgbClr val="102A43"/>
                </a:solidFill>
              </a:defRPr>
            </a:lvl1pPr>
            <a:lvl2pPr>
              <a:defRPr sz="2400" b="1">
                <a:solidFill>
                  <a:srgbClr val="102A43"/>
                </a:solidFill>
              </a:defRPr>
            </a:lvl2pPr>
            <a:lvl3pPr>
              <a:defRPr sz="2400" b="1">
                <a:solidFill>
                  <a:srgbClr val="102A43"/>
                </a:solidFill>
              </a:defRPr>
            </a:lvl3pPr>
            <a:lvl4pPr>
              <a:defRPr sz="2400" b="1">
                <a:solidFill>
                  <a:srgbClr val="102A43"/>
                </a:solidFill>
              </a:defRPr>
            </a:lvl4pPr>
            <a:lvl5pPr>
              <a:defRPr sz="2400" b="1">
                <a:solidFill>
                  <a:srgbClr val="102A43"/>
                </a:solidFill>
              </a:defRPr>
            </a:lvl5pPr>
            <a:lvl6pPr>
              <a:defRPr sz="2400" b="1">
                <a:solidFill>
                  <a:srgbClr val="102A43"/>
                </a:solidFill>
              </a:defRPr>
            </a:lvl6pPr>
            <a:lvl7pPr>
              <a:defRPr sz="2400" b="1">
                <a:solidFill>
                  <a:srgbClr val="102A43"/>
                </a:solidFill>
              </a:defRPr>
            </a:lvl7pPr>
            <a:lvl8pPr>
              <a:defRPr sz="2400" b="1">
                <a:solidFill>
                  <a:srgbClr val="102A43"/>
                </a:solidFill>
              </a:defRPr>
            </a:lvl8pPr>
            <a:lvl9pPr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Technical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6B11E-FC12-475F-93A1-4EC8292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B677A"/>
                </a:solidFill>
              </a:defRPr>
            </a:defPPr>
            <a:lvl1pPr>
              <a:defRPr sz="825">
                <a:solidFill>
                  <a:srgbClr val="5B677A"/>
                </a:solidFill>
              </a:defRPr>
            </a:lvl1pPr>
            <a:lvl2pPr>
              <a:defRPr sz="825">
                <a:solidFill>
                  <a:srgbClr val="5B677A"/>
                </a:solidFill>
              </a:defRPr>
            </a:lvl2pPr>
            <a:lvl3pPr>
              <a:defRPr sz="825">
                <a:solidFill>
                  <a:srgbClr val="5B677A"/>
                </a:solidFill>
              </a:defRPr>
            </a:lvl3pPr>
            <a:lvl4pPr>
              <a:defRPr sz="825">
                <a:solidFill>
                  <a:srgbClr val="5B677A"/>
                </a:solidFill>
              </a:defRPr>
            </a:lvl4pPr>
            <a:lvl5pPr>
              <a:defRPr sz="825">
                <a:solidFill>
                  <a:srgbClr val="5B677A"/>
                </a:solidFill>
              </a:defRPr>
            </a:lvl5pPr>
            <a:lvl6pPr>
              <a:defRPr sz="825">
                <a:solidFill>
                  <a:srgbClr val="5B677A"/>
                </a:solidFill>
              </a:defRPr>
            </a:lvl6pPr>
            <a:lvl7pPr>
              <a:defRPr sz="825">
                <a:solidFill>
                  <a:srgbClr val="5B677A"/>
                </a:solidFill>
              </a:defRPr>
            </a:lvl7pPr>
            <a:lvl8pPr>
              <a:defRPr sz="825">
                <a:solidFill>
                  <a:srgbClr val="5B677A"/>
                </a:solidFill>
              </a:defRPr>
            </a:lvl8pPr>
            <a:lvl9pPr>
              <a:defRPr sz="8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5B677A"/>
                </a:solidFill>
              </a:defRPr>
            </a:pPr>
            <a:r>
              <a:rPr sz="825">
                <a:solidFill>
                  <a:srgbClr val="5B677A"/>
                </a:solidFill>
              </a:rPr>
              <a:t>Panesar Living | Hotel &amp; PG Rental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1FF40-32F0-4D09-9693-EEB043A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5B677A"/>
                </a:solidFill>
              </a:defRPr>
            </a:defPPr>
            <a:lvl1pPr>
              <a:defRPr sz="1650">
                <a:solidFill>
                  <a:srgbClr val="5B677A"/>
                </a:solidFill>
              </a:defRPr>
            </a:lvl1pPr>
            <a:lvl2pPr>
              <a:defRPr sz="1650">
                <a:solidFill>
                  <a:srgbClr val="5B677A"/>
                </a:solidFill>
              </a:defRPr>
            </a:lvl2pPr>
            <a:lvl3pPr>
              <a:defRPr sz="1650">
                <a:solidFill>
                  <a:srgbClr val="5B677A"/>
                </a:solidFill>
              </a:defRPr>
            </a:lvl3pPr>
            <a:lvl4pPr>
              <a:defRPr sz="1650">
                <a:solidFill>
                  <a:srgbClr val="5B677A"/>
                </a:solidFill>
              </a:defRPr>
            </a:lvl4pPr>
            <a:lvl5pPr>
              <a:defRPr sz="1650">
                <a:solidFill>
                  <a:srgbClr val="5B677A"/>
                </a:solidFill>
              </a:defRPr>
            </a:lvl5pPr>
            <a:lvl6pPr>
              <a:defRPr sz="1650">
                <a:solidFill>
                  <a:srgbClr val="5B677A"/>
                </a:solidFill>
              </a:defRPr>
            </a:lvl6pPr>
            <a:lvl7pPr>
              <a:defRPr sz="1650">
                <a:solidFill>
                  <a:srgbClr val="5B677A"/>
                </a:solidFill>
              </a:defRPr>
            </a:lvl7pPr>
            <a:lvl8pPr>
              <a:defRPr sz="1650">
                <a:solidFill>
                  <a:srgbClr val="5B677A"/>
                </a:solidFill>
              </a:defRPr>
            </a:lvl8pPr>
            <a:lvl9pPr>
              <a:defRPr sz="165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Separate the interface from the business logic and 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94F01-0ACB-4328-82D9-636FEA91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9D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FD5B3-2BFE-4AF0-AB71-DBB67A49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3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React +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B0C50-75ED-432C-B2B9-D01656A9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26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B677A"/>
                </a:solidFill>
              </a:defRPr>
            </a:defPPr>
            <a:lvl1pPr>
              <a:defRPr sz="1350">
                <a:solidFill>
                  <a:srgbClr val="5B677A"/>
                </a:solidFill>
              </a:defRPr>
            </a:lvl1pPr>
            <a:lvl2pPr>
              <a:defRPr sz="1350">
                <a:solidFill>
                  <a:srgbClr val="5B677A"/>
                </a:solidFill>
              </a:defRPr>
            </a:lvl2pPr>
            <a:lvl3pPr>
              <a:defRPr sz="1350">
                <a:solidFill>
                  <a:srgbClr val="5B677A"/>
                </a:solidFill>
              </a:defRPr>
            </a:lvl3pPr>
            <a:lvl4pPr>
              <a:defRPr sz="1350">
                <a:solidFill>
                  <a:srgbClr val="5B677A"/>
                </a:solidFill>
              </a:defRPr>
            </a:lvl4pPr>
            <a:lvl5pPr>
              <a:defRPr sz="1350">
                <a:solidFill>
                  <a:srgbClr val="5B677A"/>
                </a:solidFill>
              </a:defRPr>
            </a:lvl5pPr>
            <a:lvl6pPr>
              <a:defRPr sz="1350">
                <a:solidFill>
                  <a:srgbClr val="5B677A"/>
                </a:solidFill>
              </a:defRPr>
            </a:lvl6pPr>
            <a:lvl7pPr>
              <a:defRPr sz="1350">
                <a:solidFill>
                  <a:srgbClr val="5B677A"/>
                </a:solidFill>
              </a:defRPr>
            </a:lvl7pPr>
            <a:lvl8pPr>
              <a:defRPr sz="1350">
                <a:solidFill>
                  <a:srgbClr val="5B677A"/>
                </a:solidFill>
              </a:defRPr>
            </a:lvl8pPr>
            <a:lvl9pPr>
              <a:defRPr sz="135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B677A"/>
                </a:solidFill>
              </a:defRPr>
            </a:pPr>
            <a:r>
              <a:rPr sz="1350">
                <a:solidFill>
                  <a:srgbClr val="5B677A"/>
                </a:solidFill>
              </a:rPr>
              <a:t>Render fast, responsive screens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53DD3-5BB7-47A0-A1F4-0ECE0AD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C9FFE-03FB-4C79-B6A1-63A8CA2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Django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B2A33-B99F-4813-AEBB-7DF18EF7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B677A"/>
                </a:solidFill>
              </a:defRPr>
            </a:defPPr>
            <a:lvl1pPr>
              <a:defRPr sz="1350">
                <a:solidFill>
                  <a:srgbClr val="5B677A"/>
                </a:solidFill>
              </a:defRPr>
            </a:lvl1pPr>
            <a:lvl2pPr>
              <a:defRPr sz="1350">
                <a:solidFill>
                  <a:srgbClr val="5B677A"/>
                </a:solidFill>
              </a:defRPr>
            </a:lvl2pPr>
            <a:lvl3pPr>
              <a:defRPr sz="1350">
                <a:solidFill>
                  <a:srgbClr val="5B677A"/>
                </a:solidFill>
              </a:defRPr>
            </a:lvl3pPr>
            <a:lvl4pPr>
              <a:defRPr sz="1350">
                <a:solidFill>
                  <a:srgbClr val="5B677A"/>
                </a:solidFill>
              </a:defRPr>
            </a:lvl4pPr>
            <a:lvl5pPr>
              <a:defRPr sz="1350">
                <a:solidFill>
                  <a:srgbClr val="5B677A"/>
                </a:solidFill>
              </a:defRPr>
            </a:lvl5pPr>
            <a:lvl6pPr>
              <a:defRPr sz="1350">
                <a:solidFill>
                  <a:srgbClr val="5B677A"/>
                </a:solidFill>
              </a:defRPr>
            </a:lvl6pPr>
            <a:lvl7pPr>
              <a:defRPr sz="1350">
                <a:solidFill>
                  <a:srgbClr val="5B677A"/>
                </a:solidFill>
              </a:defRPr>
            </a:lvl7pPr>
            <a:lvl8pPr>
              <a:defRPr sz="1350">
                <a:solidFill>
                  <a:srgbClr val="5B677A"/>
                </a:solidFill>
              </a:defRPr>
            </a:lvl8pPr>
            <a:lvl9pPr>
              <a:defRPr sz="135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B677A"/>
                </a:solidFill>
              </a:defRPr>
            </a:pPr>
            <a:r>
              <a:rPr sz="1350">
                <a:solidFill>
                  <a:srgbClr val="5B677A"/>
                </a:solidFill>
              </a:rPr>
              <a:t>Validate requests and apply business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A9113-FE8A-455E-9374-3D821F0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24375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DC8BB-201F-4AC3-9253-8833D85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14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Django ORM +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0A6D3-5BFA-4143-840E-6FDC9235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B677A"/>
                </a:solidFill>
              </a:defRPr>
            </a:defPPr>
            <a:lvl1pPr>
              <a:defRPr sz="1350">
                <a:solidFill>
                  <a:srgbClr val="5B677A"/>
                </a:solidFill>
              </a:defRPr>
            </a:lvl1pPr>
            <a:lvl2pPr>
              <a:defRPr sz="1350">
                <a:solidFill>
                  <a:srgbClr val="5B677A"/>
                </a:solidFill>
              </a:defRPr>
            </a:lvl2pPr>
            <a:lvl3pPr>
              <a:defRPr sz="1350">
                <a:solidFill>
                  <a:srgbClr val="5B677A"/>
                </a:solidFill>
              </a:defRPr>
            </a:lvl3pPr>
            <a:lvl4pPr>
              <a:defRPr sz="1350">
                <a:solidFill>
                  <a:srgbClr val="5B677A"/>
                </a:solidFill>
              </a:defRPr>
            </a:lvl4pPr>
            <a:lvl5pPr>
              <a:defRPr sz="1350">
                <a:solidFill>
                  <a:srgbClr val="5B677A"/>
                </a:solidFill>
              </a:defRPr>
            </a:lvl5pPr>
            <a:lvl6pPr>
              <a:defRPr sz="1350">
                <a:solidFill>
                  <a:srgbClr val="5B677A"/>
                </a:solidFill>
              </a:defRPr>
            </a:lvl6pPr>
            <a:lvl7pPr>
              <a:defRPr sz="1350">
                <a:solidFill>
                  <a:srgbClr val="5B677A"/>
                </a:solidFill>
              </a:defRPr>
            </a:lvl7pPr>
            <a:lvl8pPr>
              <a:defRPr sz="1350">
                <a:solidFill>
                  <a:srgbClr val="5B677A"/>
                </a:solidFill>
              </a:defRPr>
            </a:lvl8pPr>
            <a:lvl9pPr>
              <a:defRPr sz="135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B677A"/>
                </a:solidFill>
              </a:defRPr>
            </a:pPr>
            <a:r>
              <a:rPr sz="1350">
                <a:solidFill>
                  <a:srgbClr val="5B677A"/>
                </a:solidFill>
              </a:rPr>
              <a:t>Store rooms, residents and 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C12CC-1DFE-4AB2-883E-B68B0BC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38375"/>
            <a:ext cx="152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9FF"/>
                </a:solidFill>
              </a:defRPr>
            </a:defPPr>
            <a:lvl1pPr>
              <a:defRPr sz="1950" b="1">
                <a:solidFill>
                  <a:srgbClr val="1479FF"/>
                </a:solidFill>
              </a:defRPr>
            </a:lvl1pPr>
            <a:lvl2pPr>
              <a:defRPr sz="1950" b="1">
                <a:solidFill>
                  <a:srgbClr val="1479FF"/>
                </a:solidFill>
              </a:defRPr>
            </a:lvl2pPr>
            <a:lvl3pPr>
              <a:defRPr sz="1950" b="1">
                <a:solidFill>
                  <a:srgbClr val="1479FF"/>
                </a:solidFill>
              </a:defRPr>
            </a:lvl3pPr>
            <a:lvl4pPr>
              <a:defRPr sz="1950" b="1">
                <a:solidFill>
                  <a:srgbClr val="1479FF"/>
                </a:solidFill>
              </a:defRPr>
            </a:lvl4pPr>
            <a:lvl5pPr>
              <a:defRPr sz="1950" b="1">
                <a:solidFill>
                  <a:srgbClr val="1479FF"/>
                </a:solidFill>
              </a:defRPr>
            </a:lvl5pPr>
            <a:lvl6pPr>
              <a:defRPr sz="1950" b="1">
                <a:solidFill>
                  <a:srgbClr val="1479FF"/>
                </a:solidFill>
              </a:defRPr>
            </a:lvl6pPr>
            <a:lvl7pPr>
              <a:defRPr sz="1950" b="1">
                <a:solidFill>
                  <a:srgbClr val="1479FF"/>
                </a:solidFill>
              </a:defRPr>
            </a:lvl7pPr>
            <a:lvl8pPr>
              <a:defRPr sz="1950" b="1">
                <a:solidFill>
                  <a:srgbClr val="1479FF"/>
                </a:solidFill>
              </a:defRPr>
            </a:lvl8pPr>
            <a:lvl9pPr>
              <a:defRPr sz="1950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79FF"/>
                </a:solidFill>
              </a:defRPr>
            </a:pPr>
            <a:r>
              <a:rPr sz="1950" b="1">
                <a:solidFill>
                  <a:srgbClr val="1479FF"/>
                </a:solidFill>
              </a:rPr>
              <a:t>Browser</a:t>
            </a:r>
          </a:p>
          <a:p xmlns:a="http://schemas.openxmlformats.org/drawingml/2006/main">
            <a:pPr>
              <a:defRPr sz="1950" b="1">
                <a:solidFill>
                  <a:srgbClr val="1479FF"/>
                </a:solidFill>
              </a:defRPr>
            </a:pPr>
            <a:r>
              <a:rPr sz="1950" b="1">
                <a:solidFill>
                  <a:srgbClr val="1479FF"/>
                </a:solidFill>
              </a:rPr>
              <a:t>↓</a:t>
            </a:r>
          </a:p>
          <a:p xmlns:a="http://schemas.openxmlformats.org/drawingml/2006/main">
            <a:pPr>
              <a:defRPr sz="1950" b="1">
                <a:solidFill>
                  <a:srgbClr val="1479FF"/>
                </a:solidFill>
              </a:defRPr>
            </a:pPr>
            <a:r>
              <a:rPr sz="1950" b="1">
                <a:solidFill>
                  <a:srgbClr val="1479FF"/>
                </a:solidFill>
              </a:rPr>
              <a:t>API</a:t>
            </a:r>
          </a:p>
          <a:p xmlns:a="http://schemas.openxmlformats.org/drawingml/2006/main">
            <a:pPr>
              <a:defRPr sz="1950" b="1">
                <a:solidFill>
                  <a:srgbClr val="1479FF"/>
                </a:solidFill>
              </a:defRPr>
            </a:pPr>
            <a:r>
              <a:rPr sz="1950" b="1">
                <a:solidFill>
                  <a:srgbClr val="1479FF"/>
                </a:solidFill>
              </a:rPr>
              <a:t>↓</a:t>
            </a:r>
          </a:p>
          <a:p xmlns:a="http://schemas.openxmlformats.org/drawingml/2006/main">
            <a:pPr>
              <a:defRPr sz="1950" b="1">
                <a:solidFill>
                  <a:srgbClr val="1479FF"/>
                </a:solidFill>
              </a:defRPr>
            </a:pPr>
            <a:r>
              <a:rPr sz="1950" b="1">
                <a:solidFill>
                  <a:srgbClr val="1479FF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120809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84B3D-6B72-422C-A447-764F858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E8163-C289-4EF7-83DD-A43BF136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479FF"/>
                </a:solidFill>
              </a:defRPr>
            </a:defPPr>
            <a:lvl1pPr>
              <a:defRPr sz="975" b="1">
                <a:solidFill>
                  <a:srgbClr val="1479FF"/>
                </a:solidFill>
              </a:defRPr>
            </a:lvl1pPr>
            <a:lvl2pPr>
              <a:defRPr sz="975" b="1">
                <a:solidFill>
                  <a:srgbClr val="1479FF"/>
                </a:solidFill>
              </a:defRPr>
            </a:lvl2pPr>
            <a:lvl3pPr>
              <a:defRPr sz="975" b="1">
                <a:solidFill>
                  <a:srgbClr val="1479FF"/>
                </a:solidFill>
              </a:defRPr>
            </a:lvl3pPr>
            <a:lvl4pPr>
              <a:defRPr sz="975" b="1">
                <a:solidFill>
                  <a:srgbClr val="1479FF"/>
                </a:solidFill>
              </a:defRPr>
            </a:lvl4pPr>
            <a:lvl5pPr>
              <a:defRPr sz="975" b="1">
                <a:solidFill>
                  <a:srgbClr val="1479FF"/>
                </a:solidFill>
              </a:defRPr>
            </a:lvl5pPr>
            <a:lvl6pPr>
              <a:defRPr sz="975" b="1">
                <a:solidFill>
                  <a:srgbClr val="1479FF"/>
                </a:solidFill>
              </a:defRPr>
            </a:lvl6pPr>
            <a:lvl7pPr>
              <a:defRPr sz="975" b="1">
                <a:solidFill>
                  <a:srgbClr val="1479FF"/>
                </a:solidFill>
              </a:defRPr>
            </a:lvl7pPr>
            <a:lvl8pPr>
              <a:defRPr sz="975" b="1">
                <a:solidFill>
                  <a:srgbClr val="1479FF"/>
                </a:solidFill>
              </a:defRPr>
            </a:lvl8pPr>
            <a:lvl9pPr>
              <a:defRPr sz="975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79FF"/>
                </a:solidFill>
              </a:defRPr>
            </a:pPr>
            <a:r>
              <a:rPr sz="975" b="1">
                <a:solidFill>
                  <a:srgbClr val="1479FF"/>
                </a:solidFill>
              </a:rPr>
              <a:t>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CA833-5320-4A4C-8E20-5DE1F30B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  <a:lvl1pPr>
              <a:defRPr sz="2400" b="1">
                <a:solidFill>
                  <a:srgbClr val="102A43"/>
                </a:solidFill>
              </a:defRPr>
            </a:lvl1pPr>
            <a:lvl2pPr>
              <a:defRPr sz="2400" b="1">
                <a:solidFill>
                  <a:srgbClr val="102A43"/>
                </a:solidFill>
              </a:defRPr>
            </a:lvl2pPr>
            <a:lvl3pPr>
              <a:defRPr sz="2400" b="1">
                <a:solidFill>
                  <a:srgbClr val="102A43"/>
                </a:solidFill>
              </a:defRPr>
            </a:lvl3pPr>
            <a:lvl4pPr>
              <a:defRPr sz="2400" b="1">
                <a:solidFill>
                  <a:srgbClr val="102A43"/>
                </a:solidFill>
              </a:defRPr>
            </a:lvl4pPr>
            <a:lvl5pPr>
              <a:defRPr sz="2400" b="1">
                <a:solidFill>
                  <a:srgbClr val="102A43"/>
                </a:solidFill>
              </a:defRPr>
            </a:lvl5pPr>
            <a:lvl6pPr>
              <a:defRPr sz="2400" b="1">
                <a:solidFill>
                  <a:srgbClr val="102A43"/>
                </a:solidFill>
              </a:defRPr>
            </a:lvl6pPr>
            <a:lvl7pPr>
              <a:defRPr sz="2400" b="1">
                <a:solidFill>
                  <a:srgbClr val="102A43"/>
                </a:solidFill>
              </a:defRPr>
            </a:lvl7pPr>
            <a:lvl8pPr>
              <a:defRPr sz="2400" b="1">
                <a:solidFill>
                  <a:srgbClr val="102A43"/>
                </a:solidFill>
              </a:defRPr>
            </a:lvl8pPr>
            <a:lvl9pPr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Core capabilities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C1D37-B99C-4D2C-A164-046BD69F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B677A"/>
                </a:solidFill>
              </a:defRPr>
            </a:defPPr>
            <a:lvl1pPr>
              <a:defRPr sz="825">
                <a:solidFill>
                  <a:srgbClr val="5B677A"/>
                </a:solidFill>
              </a:defRPr>
            </a:lvl1pPr>
            <a:lvl2pPr>
              <a:defRPr sz="825">
                <a:solidFill>
                  <a:srgbClr val="5B677A"/>
                </a:solidFill>
              </a:defRPr>
            </a:lvl2pPr>
            <a:lvl3pPr>
              <a:defRPr sz="825">
                <a:solidFill>
                  <a:srgbClr val="5B677A"/>
                </a:solidFill>
              </a:defRPr>
            </a:lvl3pPr>
            <a:lvl4pPr>
              <a:defRPr sz="825">
                <a:solidFill>
                  <a:srgbClr val="5B677A"/>
                </a:solidFill>
              </a:defRPr>
            </a:lvl4pPr>
            <a:lvl5pPr>
              <a:defRPr sz="825">
                <a:solidFill>
                  <a:srgbClr val="5B677A"/>
                </a:solidFill>
              </a:defRPr>
            </a:lvl5pPr>
            <a:lvl6pPr>
              <a:defRPr sz="825">
                <a:solidFill>
                  <a:srgbClr val="5B677A"/>
                </a:solidFill>
              </a:defRPr>
            </a:lvl6pPr>
            <a:lvl7pPr>
              <a:defRPr sz="825">
                <a:solidFill>
                  <a:srgbClr val="5B677A"/>
                </a:solidFill>
              </a:defRPr>
            </a:lvl7pPr>
            <a:lvl8pPr>
              <a:defRPr sz="825">
                <a:solidFill>
                  <a:srgbClr val="5B677A"/>
                </a:solidFill>
              </a:defRPr>
            </a:lvl8pPr>
            <a:lvl9pPr>
              <a:defRPr sz="8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5B677A"/>
                </a:solidFill>
              </a:defRPr>
            </a:pPr>
            <a:r>
              <a:rPr sz="825">
                <a:solidFill>
                  <a:srgbClr val="5B677A"/>
                </a:solidFill>
              </a:rPr>
              <a:t>Panesar Living | Hotel &amp; PG Rental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615E2-7D70-48C6-8AF8-E6BB133C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Manage inventory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00094-83C8-4CCF-BA0D-7C63AFD5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B677A"/>
                </a:solidFill>
              </a:defRPr>
            </a:defPPr>
            <a:lvl1pPr>
              <a:defRPr sz="1275">
                <a:solidFill>
                  <a:srgbClr val="5B677A"/>
                </a:solidFill>
              </a:defRPr>
            </a:lvl1pPr>
            <a:lvl2pPr>
              <a:defRPr sz="1275">
                <a:solidFill>
                  <a:srgbClr val="5B677A"/>
                </a:solidFill>
              </a:defRPr>
            </a:lvl2pPr>
            <a:lvl3pPr>
              <a:defRPr sz="1275">
                <a:solidFill>
                  <a:srgbClr val="5B677A"/>
                </a:solidFill>
              </a:defRPr>
            </a:lvl3pPr>
            <a:lvl4pPr>
              <a:defRPr sz="1275">
                <a:solidFill>
                  <a:srgbClr val="5B677A"/>
                </a:solidFill>
              </a:defRPr>
            </a:lvl4pPr>
            <a:lvl5pPr>
              <a:defRPr sz="1275">
                <a:solidFill>
                  <a:srgbClr val="5B677A"/>
                </a:solidFill>
              </a:defRPr>
            </a:lvl5pPr>
            <a:lvl6pPr>
              <a:defRPr sz="1275">
                <a:solidFill>
                  <a:srgbClr val="5B677A"/>
                </a:solidFill>
              </a:defRPr>
            </a:lvl6pPr>
            <a:lvl7pPr>
              <a:defRPr sz="1275">
                <a:solidFill>
                  <a:srgbClr val="5B677A"/>
                </a:solidFill>
              </a:defRPr>
            </a:lvl7pPr>
            <a:lvl8pPr>
              <a:defRPr sz="1275">
                <a:solidFill>
                  <a:srgbClr val="5B677A"/>
                </a:solidFill>
              </a:defRPr>
            </a:lvl8pPr>
            <a:lvl9pPr>
              <a:defRPr sz="127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B677A"/>
                </a:solidFill>
              </a:defRPr>
            </a:pPr>
            <a:r>
              <a:rPr sz="1275">
                <a:solidFill>
                  <a:srgbClr val="5B677A"/>
                </a:solidFill>
              </a:rPr>
              <a:t>Organize buildings, rooms and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46288-1287-41A4-BEE0-89249C61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Onboard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579F2-D907-47E1-B50D-D8B60FC7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B677A"/>
                </a:solidFill>
              </a:defRPr>
            </a:defPPr>
            <a:lvl1pPr>
              <a:defRPr sz="1275">
                <a:solidFill>
                  <a:srgbClr val="5B677A"/>
                </a:solidFill>
              </a:defRPr>
            </a:lvl1pPr>
            <a:lvl2pPr>
              <a:defRPr sz="1275">
                <a:solidFill>
                  <a:srgbClr val="5B677A"/>
                </a:solidFill>
              </a:defRPr>
            </a:lvl2pPr>
            <a:lvl3pPr>
              <a:defRPr sz="1275">
                <a:solidFill>
                  <a:srgbClr val="5B677A"/>
                </a:solidFill>
              </a:defRPr>
            </a:lvl3pPr>
            <a:lvl4pPr>
              <a:defRPr sz="1275">
                <a:solidFill>
                  <a:srgbClr val="5B677A"/>
                </a:solidFill>
              </a:defRPr>
            </a:lvl4pPr>
            <a:lvl5pPr>
              <a:defRPr sz="1275">
                <a:solidFill>
                  <a:srgbClr val="5B677A"/>
                </a:solidFill>
              </a:defRPr>
            </a:lvl5pPr>
            <a:lvl6pPr>
              <a:defRPr sz="1275">
                <a:solidFill>
                  <a:srgbClr val="5B677A"/>
                </a:solidFill>
              </a:defRPr>
            </a:lvl6pPr>
            <a:lvl7pPr>
              <a:defRPr sz="1275">
                <a:solidFill>
                  <a:srgbClr val="5B677A"/>
                </a:solidFill>
              </a:defRPr>
            </a:lvl7pPr>
            <a:lvl8pPr>
              <a:defRPr sz="1275">
                <a:solidFill>
                  <a:srgbClr val="5B677A"/>
                </a:solidFill>
              </a:defRPr>
            </a:lvl8pPr>
            <a:lvl9pPr>
              <a:defRPr sz="127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B677A"/>
                </a:solidFill>
              </a:defRPr>
            </a:pPr>
            <a:r>
              <a:rPr sz="1275">
                <a:solidFill>
                  <a:srgbClr val="5B677A"/>
                </a:solidFill>
              </a:rPr>
              <a:t>Assign rooms and keep resident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2D04-77C6-4075-8CBD-21F82CC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Automate billing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7C376-D651-4A6F-8D9C-3B7C152A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B677A"/>
                </a:solidFill>
              </a:defRPr>
            </a:defPPr>
            <a:lvl1pPr>
              <a:defRPr sz="1275">
                <a:solidFill>
                  <a:srgbClr val="5B677A"/>
                </a:solidFill>
              </a:defRPr>
            </a:lvl1pPr>
            <a:lvl2pPr>
              <a:defRPr sz="1275">
                <a:solidFill>
                  <a:srgbClr val="5B677A"/>
                </a:solidFill>
              </a:defRPr>
            </a:lvl2pPr>
            <a:lvl3pPr>
              <a:defRPr sz="1275">
                <a:solidFill>
                  <a:srgbClr val="5B677A"/>
                </a:solidFill>
              </a:defRPr>
            </a:lvl3pPr>
            <a:lvl4pPr>
              <a:defRPr sz="1275">
                <a:solidFill>
                  <a:srgbClr val="5B677A"/>
                </a:solidFill>
              </a:defRPr>
            </a:lvl4pPr>
            <a:lvl5pPr>
              <a:defRPr sz="1275">
                <a:solidFill>
                  <a:srgbClr val="5B677A"/>
                </a:solidFill>
              </a:defRPr>
            </a:lvl5pPr>
            <a:lvl6pPr>
              <a:defRPr sz="1275">
                <a:solidFill>
                  <a:srgbClr val="5B677A"/>
                </a:solidFill>
              </a:defRPr>
            </a:lvl6pPr>
            <a:lvl7pPr>
              <a:defRPr sz="1275">
                <a:solidFill>
                  <a:srgbClr val="5B677A"/>
                </a:solidFill>
              </a:defRPr>
            </a:lvl7pPr>
            <a:lvl8pPr>
              <a:defRPr sz="1275">
                <a:solidFill>
                  <a:srgbClr val="5B677A"/>
                </a:solidFill>
              </a:defRPr>
            </a:lvl8pPr>
            <a:lvl9pPr>
              <a:defRPr sz="127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B677A"/>
                </a:solidFill>
              </a:defRPr>
            </a:pPr>
            <a:r>
              <a:rPr sz="1275">
                <a:solidFill>
                  <a:srgbClr val="5B677A"/>
                </a:solidFill>
              </a:rPr>
              <a:t>Create rent and electricity entries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D209F-41D3-4EB0-9AE4-50A7972E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Track collections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5B997-13F0-4705-9DB3-DB007876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81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B677A"/>
                </a:solidFill>
              </a:defRPr>
            </a:defPPr>
            <a:lvl1pPr>
              <a:defRPr sz="1275">
                <a:solidFill>
                  <a:srgbClr val="5B677A"/>
                </a:solidFill>
              </a:defRPr>
            </a:lvl1pPr>
            <a:lvl2pPr>
              <a:defRPr sz="1275">
                <a:solidFill>
                  <a:srgbClr val="5B677A"/>
                </a:solidFill>
              </a:defRPr>
            </a:lvl2pPr>
            <a:lvl3pPr>
              <a:defRPr sz="1275">
                <a:solidFill>
                  <a:srgbClr val="5B677A"/>
                </a:solidFill>
              </a:defRPr>
            </a:lvl3pPr>
            <a:lvl4pPr>
              <a:defRPr sz="1275">
                <a:solidFill>
                  <a:srgbClr val="5B677A"/>
                </a:solidFill>
              </a:defRPr>
            </a:lvl4pPr>
            <a:lvl5pPr>
              <a:defRPr sz="1275">
                <a:solidFill>
                  <a:srgbClr val="5B677A"/>
                </a:solidFill>
              </a:defRPr>
            </a:lvl5pPr>
            <a:lvl6pPr>
              <a:defRPr sz="1275">
                <a:solidFill>
                  <a:srgbClr val="5B677A"/>
                </a:solidFill>
              </a:defRPr>
            </a:lvl6pPr>
            <a:lvl7pPr>
              <a:defRPr sz="1275">
                <a:solidFill>
                  <a:srgbClr val="5B677A"/>
                </a:solidFill>
              </a:defRPr>
            </a:lvl7pPr>
            <a:lvl8pPr>
              <a:defRPr sz="1275">
                <a:solidFill>
                  <a:srgbClr val="5B677A"/>
                </a:solidFill>
              </a:defRPr>
            </a:lvl8pPr>
            <a:lvl9pPr>
              <a:defRPr sz="127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B677A"/>
                </a:solidFill>
              </a:defRPr>
            </a:pPr>
            <a:r>
              <a:rPr sz="1275">
                <a:solidFill>
                  <a:srgbClr val="5B677A"/>
                </a:solidFill>
              </a:rPr>
              <a:t>Record payments and payment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2BE9B-B7CD-40D4-817A-01FC1B63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Control expenses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73259-673D-4B04-8A83-10DEFB2B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B677A"/>
                </a:solidFill>
              </a:defRPr>
            </a:defPPr>
            <a:lvl1pPr>
              <a:defRPr sz="1275">
                <a:solidFill>
                  <a:srgbClr val="5B677A"/>
                </a:solidFill>
              </a:defRPr>
            </a:lvl1pPr>
            <a:lvl2pPr>
              <a:defRPr sz="1275">
                <a:solidFill>
                  <a:srgbClr val="5B677A"/>
                </a:solidFill>
              </a:defRPr>
            </a:lvl2pPr>
            <a:lvl3pPr>
              <a:defRPr sz="1275">
                <a:solidFill>
                  <a:srgbClr val="5B677A"/>
                </a:solidFill>
              </a:defRPr>
            </a:lvl3pPr>
            <a:lvl4pPr>
              <a:defRPr sz="1275">
                <a:solidFill>
                  <a:srgbClr val="5B677A"/>
                </a:solidFill>
              </a:defRPr>
            </a:lvl4pPr>
            <a:lvl5pPr>
              <a:defRPr sz="1275">
                <a:solidFill>
                  <a:srgbClr val="5B677A"/>
                </a:solidFill>
              </a:defRPr>
            </a:lvl5pPr>
            <a:lvl6pPr>
              <a:defRPr sz="1275">
                <a:solidFill>
                  <a:srgbClr val="5B677A"/>
                </a:solidFill>
              </a:defRPr>
            </a:lvl6pPr>
            <a:lvl7pPr>
              <a:defRPr sz="1275">
                <a:solidFill>
                  <a:srgbClr val="5B677A"/>
                </a:solidFill>
              </a:defRPr>
            </a:lvl7pPr>
            <a:lvl8pPr>
              <a:defRPr sz="1275">
                <a:solidFill>
                  <a:srgbClr val="5B677A"/>
                </a:solidFill>
              </a:defRPr>
            </a:lvl8pPr>
            <a:lvl9pPr>
              <a:defRPr sz="127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B677A"/>
                </a:solidFill>
              </a:defRPr>
            </a:pPr>
            <a:r>
              <a:rPr sz="1275">
                <a:solidFill>
                  <a:srgbClr val="5B677A"/>
                </a:solidFill>
              </a:rPr>
              <a:t>Capture maintenance costs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CBEF6-A9F5-41FC-8A26-61A12119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Analyze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B5E25-CB52-47FF-8433-316305BB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B677A"/>
                </a:solidFill>
              </a:defRPr>
            </a:defPPr>
            <a:lvl1pPr>
              <a:defRPr sz="1275">
                <a:solidFill>
                  <a:srgbClr val="5B677A"/>
                </a:solidFill>
              </a:defRPr>
            </a:lvl1pPr>
            <a:lvl2pPr>
              <a:defRPr sz="1275">
                <a:solidFill>
                  <a:srgbClr val="5B677A"/>
                </a:solidFill>
              </a:defRPr>
            </a:lvl2pPr>
            <a:lvl3pPr>
              <a:defRPr sz="1275">
                <a:solidFill>
                  <a:srgbClr val="5B677A"/>
                </a:solidFill>
              </a:defRPr>
            </a:lvl3pPr>
            <a:lvl4pPr>
              <a:defRPr sz="1275">
                <a:solidFill>
                  <a:srgbClr val="5B677A"/>
                </a:solidFill>
              </a:defRPr>
            </a:lvl4pPr>
            <a:lvl5pPr>
              <a:defRPr sz="1275">
                <a:solidFill>
                  <a:srgbClr val="5B677A"/>
                </a:solidFill>
              </a:defRPr>
            </a:lvl5pPr>
            <a:lvl6pPr>
              <a:defRPr sz="1275">
                <a:solidFill>
                  <a:srgbClr val="5B677A"/>
                </a:solidFill>
              </a:defRPr>
            </a:lvl6pPr>
            <a:lvl7pPr>
              <a:defRPr sz="1275">
                <a:solidFill>
                  <a:srgbClr val="5B677A"/>
                </a:solidFill>
              </a:defRPr>
            </a:lvl7pPr>
            <a:lvl8pPr>
              <a:defRPr sz="1275">
                <a:solidFill>
                  <a:srgbClr val="5B677A"/>
                </a:solidFill>
              </a:defRPr>
            </a:lvl8pPr>
            <a:lvl9pPr>
              <a:defRPr sz="127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B677A"/>
                </a:solidFill>
              </a:defRPr>
            </a:pPr>
            <a:r>
              <a:rPr sz="1275">
                <a:solidFill>
                  <a:srgbClr val="5B677A"/>
                </a:solidFill>
              </a:rPr>
              <a:t>Read dashboard, monthly and yearly reports</a:t>
            </a:r>
          </a:p>
        </p:txBody>
      </p:sp>
    </p:spTree>
    <p:extLst>
      <p:ext uri="{BB962C8B-B14F-4D97-AF65-F5344CB8AC3E}">
        <p14:creationId xmlns:p14="http://schemas.microsoft.com/office/powerpoint/2010/main" val="961540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CAA0E-5F57-434F-A05C-507AEAD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62A02-41F7-4842-94B4-57D74494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479FF"/>
                </a:solidFill>
              </a:defRPr>
            </a:defPPr>
            <a:lvl1pPr>
              <a:defRPr sz="975" b="1">
                <a:solidFill>
                  <a:srgbClr val="1479FF"/>
                </a:solidFill>
              </a:defRPr>
            </a:lvl1pPr>
            <a:lvl2pPr>
              <a:defRPr sz="975" b="1">
                <a:solidFill>
                  <a:srgbClr val="1479FF"/>
                </a:solidFill>
              </a:defRPr>
            </a:lvl2pPr>
            <a:lvl3pPr>
              <a:defRPr sz="975" b="1">
                <a:solidFill>
                  <a:srgbClr val="1479FF"/>
                </a:solidFill>
              </a:defRPr>
            </a:lvl3pPr>
            <a:lvl4pPr>
              <a:defRPr sz="975" b="1">
                <a:solidFill>
                  <a:srgbClr val="1479FF"/>
                </a:solidFill>
              </a:defRPr>
            </a:lvl4pPr>
            <a:lvl5pPr>
              <a:defRPr sz="975" b="1">
                <a:solidFill>
                  <a:srgbClr val="1479FF"/>
                </a:solidFill>
              </a:defRPr>
            </a:lvl5pPr>
            <a:lvl6pPr>
              <a:defRPr sz="975" b="1">
                <a:solidFill>
                  <a:srgbClr val="1479FF"/>
                </a:solidFill>
              </a:defRPr>
            </a:lvl6pPr>
            <a:lvl7pPr>
              <a:defRPr sz="975" b="1">
                <a:solidFill>
                  <a:srgbClr val="1479FF"/>
                </a:solidFill>
              </a:defRPr>
            </a:lvl7pPr>
            <a:lvl8pPr>
              <a:defRPr sz="975" b="1">
                <a:solidFill>
                  <a:srgbClr val="1479FF"/>
                </a:solidFill>
              </a:defRPr>
            </a:lvl8pPr>
            <a:lvl9pPr>
              <a:defRPr sz="975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79FF"/>
                </a:solidFill>
              </a:defRPr>
            </a:pPr>
            <a:r>
              <a:rPr sz="975" b="1">
                <a:solidFill>
                  <a:srgbClr val="1479FF"/>
                </a:solidFill>
              </a:rPr>
              <a:t>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053EC-C200-4FEC-B6BC-87A2D96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  <a:lvl1pPr>
              <a:defRPr sz="2400" b="1">
                <a:solidFill>
                  <a:srgbClr val="102A43"/>
                </a:solidFill>
              </a:defRPr>
            </a:lvl1pPr>
            <a:lvl2pPr>
              <a:defRPr sz="2400" b="1">
                <a:solidFill>
                  <a:srgbClr val="102A43"/>
                </a:solidFill>
              </a:defRPr>
            </a:lvl2pPr>
            <a:lvl3pPr>
              <a:defRPr sz="2400" b="1">
                <a:solidFill>
                  <a:srgbClr val="102A43"/>
                </a:solidFill>
              </a:defRPr>
            </a:lvl3pPr>
            <a:lvl4pPr>
              <a:defRPr sz="2400" b="1">
                <a:solidFill>
                  <a:srgbClr val="102A43"/>
                </a:solidFill>
              </a:defRPr>
            </a:lvl4pPr>
            <a:lvl5pPr>
              <a:defRPr sz="2400" b="1">
                <a:solidFill>
                  <a:srgbClr val="102A43"/>
                </a:solidFill>
              </a:defRPr>
            </a:lvl5pPr>
            <a:lvl6pPr>
              <a:defRPr sz="2400" b="1">
                <a:solidFill>
                  <a:srgbClr val="102A43"/>
                </a:solidFill>
              </a:defRPr>
            </a:lvl6pPr>
            <a:lvl7pPr>
              <a:defRPr sz="2400" b="1">
                <a:solidFill>
                  <a:srgbClr val="102A43"/>
                </a:solidFill>
              </a:defRPr>
            </a:lvl7pPr>
            <a:lvl8pPr>
              <a:defRPr sz="2400" b="1">
                <a:solidFill>
                  <a:srgbClr val="102A43"/>
                </a:solidFill>
              </a:defRPr>
            </a:lvl8pPr>
            <a:lvl9pPr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API and security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03070-C299-4589-AF6E-A80C1B5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B677A"/>
                </a:solidFill>
              </a:defRPr>
            </a:defPPr>
            <a:lvl1pPr>
              <a:defRPr sz="825">
                <a:solidFill>
                  <a:srgbClr val="5B677A"/>
                </a:solidFill>
              </a:defRPr>
            </a:lvl1pPr>
            <a:lvl2pPr>
              <a:defRPr sz="825">
                <a:solidFill>
                  <a:srgbClr val="5B677A"/>
                </a:solidFill>
              </a:defRPr>
            </a:lvl2pPr>
            <a:lvl3pPr>
              <a:defRPr sz="825">
                <a:solidFill>
                  <a:srgbClr val="5B677A"/>
                </a:solidFill>
              </a:defRPr>
            </a:lvl3pPr>
            <a:lvl4pPr>
              <a:defRPr sz="825">
                <a:solidFill>
                  <a:srgbClr val="5B677A"/>
                </a:solidFill>
              </a:defRPr>
            </a:lvl4pPr>
            <a:lvl5pPr>
              <a:defRPr sz="825">
                <a:solidFill>
                  <a:srgbClr val="5B677A"/>
                </a:solidFill>
              </a:defRPr>
            </a:lvl5pPr>
            <a:lvl6pPr>
              <a:defRPr sz="825">
                <a:solidFill>
                  <a:srgbClr val="5B677A"/>
                </a:solidFill>
              </a:defRPr>
            </a:lvl6pPr>
            <a:lvl7pPr>
              <a:defRPr sz="825">
                <a:solidFill>
                  <a:srgbClr val="5B677A"/>
                </a:solidFill>
              </a:defRPr>
            </a:lvl7pPr>
            <a:lvl8pPr>
              <a:defRPr sz="825">
                <a:solidFill>
                  <a:srgbClr val="5B677A"/>
                </a:solidFill>
              </a:defRPr>
            </a:lvl8pPr>
            <a:lvl9pPr>
              <a:defRPr sz="8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5B677A"/>
                </a:solidFill>
              </a:defRPr>
            </a:pPr>
            <a:r>
              <a:rPr sz="825">
                <a:solidFill>
                  <a:srgbClr val="5B677A"/>
                </a:solidFill>
              </a:rPr>
              <a:t>Panesar Living | Hotel &amp; PG Rental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212C0-F942-4BC3-82E1-27FD9CBC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5B677A"/>
                </a:solidFill>
              </a:defRPr>
            </a:defPPr>
            <a:lvl1pPr>
              <a:defRPr sz="1650">
                <a:solidFill>
                  <a:srgbClr val="5B677A"/>
                </a:solidFill>
              </a:defRPr>
            </a:lvl1pPr>
            <a:lvl2pPr>
              <a:defRPr sz="1650">
                <a:solidFill>
                  <a:srgbClr val="5B677A"/>
                </a:solidFill>
              </a:defRPr>
            </a:lvl2pPr>
            <a:lvl3pPr>
              <a:defRPr sz="1650">
                <a:solidFill>
                  <a:srgbClr val="5B677A"/>
                </a:solidFill>
              </a:defRPr>
            </a:lvl3pPr>
            <a:lvl4pPr>
              <a:defRPr sz="1650">
                <a:solidFill>
                  <a:srgbClr val="5B677A"/>
                </a:solidFill>
              </a:defRPr>
            </a:lvl4pPr>
            <a:lvl5pPr>
              <a:defRPr sz="1650">
                <a:solidFill>
                  <a:srgbClr val="5B677A"/>
                </a:solidFill>
              </a:defRPr>
            </a:lvl5pPr>
            <a:lvl6pPr>
              <a:defRPr sz="1650">
                <a:solidFill>
                  <a:srgbClr val="5B677A"/>
                </a:solidFill>
              </a:defRPr>
            </a:lvl6pPr>
            <a:lvl7pPr>
              <a:defRPr sz="1650">
                <a:solidFill>
                  <a:srgbClr val="5B677A"/>
                </a:solidFill>
              </a:defRPr>
            </a:lvl7pPr>
            <a:lvl8pPr>
              <a:defRPr sz="1650">
                <a:solidFill>
                  <a:srgbClr val="5B677A"/>
                </a:solidFill>
              </a:defRPr>
            </a:lvl8pPr>
            <a:lvl9pPr>
              <a:defRPr sz="165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Expose focused JSON APIs and protect every sensitive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2B2E6-E456-4964-AB9C-BAAA43B5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API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AD59A-7A85-425C-A2EF-61DD823D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  <a:lvl1pPr>
              <a:defRPr sz="1350">
                <a:solidFill>
                  <a:srgbClr val="1F2937"/>
                </a:solidFill>
              </a:defRPr>
            </a:lvl1pPr>
            <a:lvl2pPr>
              <a:defRPr sz="1350">
                <a:solidFill>
                  <a:srgbClr val="1F2937"/>
                </a:solidFill>
              </a:defRPr>
            </a:lvl2pPr>
            <a:lvl3pPr>
              <a:defRPr sz="1350">
                <a:solidFill>
                  <a:srgbClr val="1F2937"/>
                </a:solidFill>
              </a:defRPr>
            </a:lvl3pPr>
            <a:lvl4pPr>
              <a:defRPr sz="1350">
                <a:solidFill>
                  <a:srgbClr val="1F2937"/>
                </a:solidFill>
              </a:defRPr>
            </a:lvl4pPr>
            <a:lvl5pPr>
              <a:defRPr sz="1350">
                <a:solidFill>
                  <a:srgbClr val="1F2937"/>
                </a:solidFill>
              </a:defRPr>
            </a:lvl5pPr>
            <a:lvl6pPr>
              <a:defRPr sz="1350">
                <a:solidFill>
                  <a:srgbClr val="1F2937"/>
                </a:solidFill>
              </a:defRPr>
            </a:lvl6pPr>
            <a:lvl7pPr>
              <a:defRPr sz="1350">
                <a:solidFill>
                  <a:srgbClr val="1F2937"/>
                </a:solidFill>
              </a:defRPr>
            </a:lvl7pPr>
            <a:lvl8pPr>
              <a:defRPr sz="1350">
                <a:solidFill>
                  <a:srgbClr val="1F2937"/>
                </a:solidFill>
              </a:defRPr>
            </a:lvl8pPr>
            <a:lvl9pPr>
              <a:defRPr sz="1350">
                <a:solidFill>
                  <a:srgbClr val="1F2937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Rooms and availability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Residents and identity documents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Bookings, payments and electricity bills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Dashboard metrics and financial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499EC-51DA-4C66-ACCE-FA2981C8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Security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8D4C0-B7E0-46DC-9D77-343D5381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  <a:lvl1pPr>
              <a:defRPr sz="1350">
                <a:solidFill>
                  <a:srgbClr val="1F2937"/>
                </a:solidFill>
              </a:defRPr>
            </a:lvl1pPr>
            <a:lvl2pPr>
              <a:defRPr sz="1350">
                <a:solidFill>
                  <a:srgbClr val="1F2937"/>
                </a:solidFill>
              </a:defRPr>
            </a:lvl2pPr>
            <a:lvl3pPr>
              <a:defRPr sz="1350">
                <a:solidFill>
                  <a:srgbClr val="1F2937"/>
                </a:solidFill>
              </a:defRPr>
            </a:lvl3pPr>
            <a:lvl4pPr>
              <a:defRPr sz="1350">
                <a:solidFill>
                  <a:srgbClr val="1F2937"/>
                </a:solidFill>
              </a:defRPr>
            </a:lvl4pPr>
            <a:lvl5pPr>
              <a:defRPr sz="1350">
                <a:solidFill>
                  <a:srgbClr val="1F2937"/>
                </a:solidFill>
              </a:defRPr>
            </a:lvl5pPr>
            <a:lvl6pPr>
              <a:defRPr sz="1350">
                <a:solidFill>
                  <a:srgbClr val="1F2937"/>
                </a:solidFill>
              </a:defRPr>
            </a:lvl6pPr>
            <a:lvl7pPr>
              <a:defRPr sz="1350">
                <a:solidFill>
                  <a:srgbClr val="1F2937"/>
                </a:solidFill>
              </a:defRPr>
            </a:lvl7pPr>
            <a:lvl8pPr>
              <a:defRPr sz="1350">
                <a:solidFill>
                  <a:srgbClr val="1F2937"/>
                </a:solidFill>
              </a:defRPr>
            </a:lvl8pPr>
            <a:lvl9pPr>
              <a:defRPr sz="1350">
                <a:solidFill>
                  <a:srgbClr val="1F2937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Use session-based authentication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Validate unsafe requests with CSRF tokens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Restrict staff-only operations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Serve private documents through protected routes</a:t>
            </a:r>
          </a:p>
        </p:txBody>
      </p:sp>
    </p:spTree>
    <p:extLst>
      <p:ext uri="{BB962C8B-B14F-4D97-AF65-F5344CB8AC3E}">
        <p14:creationId xmlns:p14="http://schemas.microsoft.com/office/powerpoint/2010/main" val="2025676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E3C74-70A5-477C-98E8-701EF339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E43D3-9654-45C2-8D27-6CA46EDC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479FF"/>
                </a:solidFill>
              </a:defRPr>
            </a:defPPr>
            <a:lvl1pPr>
              <a:defRPr sz="975" b="1">
                <a:solidFill>
                  <a:srgbClr val="1479FF"/>
                </a:solidFill>
              </a:defRPr>
            </a:lvl1pPr>
            <a:lvl2pPr>
              <a:defRPr sz="975" b="1">
                <a:solidFill>
                  <a:srgbClr val="1479FF"/>
                </a:solidFill>
              </a:defRPr>
            </a:lvl2pPr>
            <a:lvl3pPr>
              <a:defRPr sz="975" b="1">
                <a:solidFill>
                  <a:srgbClr val="1479FF"/>
                </a:solidFill>
              </a:defRPr>
            </a:lvl3pPr>
            <a:lvl4pPr>
              <a:defRPr sz="975" b="1">
                <a:solidFill>
                  <a:srgbClr val="1479FF"/>
                </a:solidFill>
              </a:defRPr>
            </a:lvl4pPr>
            <a:lvl5pPr>
              <a:defRPr sz="975" b="1">
                <a:solidFill>
                  <a:srgbClr val="1479FF"/>
                </a:solidFill>
              </a:defRPr>
            </a:lvl5pPr>
            <a:lvl6pPr>
              <a:defRPr sz="975" b="1">
                <a:solidFill>
                  <a:srgbClr val="1479FF"/>
                </a:solidFill>
              </a:defRPr>
            </a:lvl6pPr>
            <a:lvl7pPr>
              <a:defRPr sz="975" b="1">
                <a:solidFill>
                  <a:srgbClr val="1479FF"/>
                </a:solidFill>
              </a:defRPr>
            </a:lvl7pPr>
            <a:lvl8pPr>
              <a:defRPr sz="975" b="1">
                <a:solidFill>
                  <a:srgbClr val="1479FF"/>
                </a:solidFill>
              </a:defRPr>
            </a:lvl8pPr>
            <a:lvl9pPr>
              <a:defRPr sz="975" b="1">
                <a:solidFill>
                  <a:srgbClr val="1479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79FF"/>
                </a:solidFill>
              </a:defRPr>
            </a:pPr>
            <a:r>
              <a:rPr sz="975" b="1">
                <a:solidFill>
                  <a:srgbClr val="1479FF"/>
                </a:solidFill>
              </a:rPr>
              <a:t>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07ECD-F80F-4A57-8D98-F216F24D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  <a:lvl1pPr>
              <a:defRPr sz="2400" b="1">
                <a:solidFill>
                  <a:srgbClr val="102A43"/>
                </a:solidFill>
              </a:defRPr>
            </a:lvl1pPr>
            <a:lvl2pPr>
              <a:defRPr sz="2400" b="1">
                <a:solidFill>
                  <a:srgbClr val="102A43"/>
                </a:solidFill>
              </a:defRPr>
            </a:lvl2pPr>
            <a:lvl3pPr>
              <a:defRPr sz="2400" b="1">
                <a:solidFill>
                  <a:srgbClr val="102A43"/>
                </a:solidFill>
              </a:defRPr>
            </a:lvl3pPr>
            <a:lvl4pPr>
              <a:defRPr sz="2400" b="1">
                <a:solidFill>
                  <a:srgbClr val="102A43"/>
                </a:solidFill>
              </a:defRPr>
            </a:lvl4pPr>
            <a:lvl5pPr>
              <a:defRPr sz="2400" b="1">
                <a:solidFill>
                  <a:srgbClr val="102A43"/>
                </a:solidFill>
              </a:defRPr>
            </a:lvl5pPr>
            <a:lvl6pPr>
              <a:defRPr sz="2400" b="1">
                <a:solidFill>
                  <a:srgbClr val="102A43"/>
                </a:solidFill>
              </a:defRPr>
            </a:lvl6pPr>
            <a:lvl7pPr>
              <a:defRPr sz="2400" b="1">
                <a:solidFill>
                  <a:srgbClr val="102A43"/>
                </a:solidFill>
              </a:defRPr>
            </a:lvl7pPr>
            <a:lvl8pPr>
              <a:defRPr sz="2400" b="1">
                <a:solidFill>
                  <a:srgbClr val="102A43"/>
                </a:solidFill>
              </a:defRPr>
            </a:lvl8pPr>
            <a:lvl9pPr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Engineering highlights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B568F-E5AD-4CE8-B6A5-52BB7B9F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B677A"/>
                </a:solidFill>
              </a:defRPr>
            </a:defPPr>
            <a:lvl1pPr>
              <a:defRPr sz="825">
                <a:solidFill>
                  <a:srgbClr val="5B677A"/>
                </a:solidFill>
              </a:defRPr>
            </a:lvl1pPr>
            <a:lvl2pPr>
              <a:defRPr sz="825">
                <a:solidFill>
                  <a:srgbClr val="5B677A"/>
                </a:solidFill>
              </a:defRPr>
            </a:lvl2pPr>
            <a:lvl3pPr>
              <a:defRPr sz="825">
                <a:solidFill>
                  <a:srgbClr val="5B677A"/>
                </a:solidFill>
              </a:defRPr>
            </a:lvl3pPr>
            <a:lvl4pPr>
              <a:defRPr sz="825">
                <a:solidFill>
                  <a:srgbClr val="5B677A"/>
                </a:solidFill>
              </a:defRPr>
            </a:lvl4pPr>
            <a:lvl5pPr>
              <a:defRPr sz="825">
                <a:solidFill>
                  <a:srgbClr val="5B677A"/>
                </a:solidFill>
              </a:defRPr>
            </a:lvl5pPr>
            <a:lvl6pPr>
              <a:defRPr sz="825">
                <a:solidFill>
                  <a:srgbClr val="5B677A"/>
                </a:solidFill>
              </a:defRPr>
            </a:lvl6pPr>
            <a:lvl7pPr>
              <a:defRPr sz="825">
                <a:solidFill>
                  <a:srgbClr val="5B677A"/>
                </a:solidFill>
              </a:defRPr>
            </a:lvl7pPr>
            <a:lvl8pPr>
              <a:defRPr sz="825">
                <a:solidFill>
                  <a:srgbClr val="5B677A"/>
                </a:solidFill>
              </a:defRPr>
            </a:lvl8pPr>
            <a:lvl9pPr>
              <a:defRPr sz="825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5B677A"/>
                </a:solidFill>
              </a:defRPr>
            </a:pPr>
            <a:r>
              <a:rPr sz="825">
                <a:solidFill>
                  <a:srgbClr val="5B677A"/>
                </a:solidFill>
              </a:rPr>
              <a:t>Panesar Living | Hotel &amp; PG Rental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FE71E-297C-4674-A218-A55FE72B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5B677A"/>
                </a:solidFill>
              </a:defRPr>
            </a:defPPr>
            <a:lvl1pPr>
              <a:defRPr sz="1650">
                <a:solidFill>
                  <a:srgbClr val="5B677A"/>
                </a:solidFill>
              </a:defRPr>
            </a:lvl1pPr>
            <a:lvl2pPr>
              <a:defRPr sz="1650">
                <a:solidFill>
                  <a:srgbClr val="5B677A"/>
                </a:solidFill>
              </a:defRPr>
            </a:lvl2pPr>
            <a:lvl3pPr>
              <a:defRPr sz="1650">
                <a:solidFill>
                  <a:srgbClr val="5B677A"/>
                </a:solidFill>
              </a:defRPr>
            </a:lvl3pPr>
            <a:lvl4pPr>
              <a:defRPr sz="1650">
                <a:solidFill>
                  <a:srgbClr val="5B677A"/>
                </a:solidFill>
              </a:defRPr>
            </a:lvl4pPr>
            <a:lvl5pPr>
              <a:defRPr sz="1650">
                <a:solidFill>
                  <a:srgbClr val="5B677A"/>
                </a:solidFill>
              </a:defRPr>
            </a:lvl5pPr>
            <a:lvl6pPr>
              <a:defRPr sz="1650">
                <a:solidFill>
                  <a:srgbClr val="5B677A"/>
                </a:solidFill>
              </a:defRPr>
            </a:lvl6pPr>
            <a:lvl7pPr>
              <a:defRPr sz="1650">
                <a:solidFill>
                  <a:srgbClr val="5B677A"/>
                </a:solidFill>
              </a:defRPr>
            </a:lvl7pPr>
            <a:lvl8pPr>
              <a:defRPr sz="1650">
                <a:solidFill>
                  <a:srgbClr val="5B677A"/>
                </a:solidFill>
              </a:defRPr>
            </a:lvl8pPr>
            <a:lvl9pPr>
              <a:defRPr sz="1650">
                <a:solidFill>
                  <a:srgbClr val="5B677A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I built for consistency, safety and easy maintenance.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3E556-F2D2-40CD-A7C6-65A5B8A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81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F2937"/>
                </a:solidFill>
              </a:defRPr>
            </a:defPPr>
            <a:lvl1pPr>
              <a:defRPr sz="1500">
                <a:solidFill>
                  <a:srgbClr val="1F2937"/>
                </a:solidFill>
              </a:defRPr>
            </a:lvl1pPr>
            <a:lvl2pPr>
              <a:defRPr sz="1500">
                <a:solidFill>
                  <a:srgbClr val="1F2937"/>
                </a:solidFill>
              </a:defRPr>
            </a:lvl2pPr>
            <a:lvl3pPr>
              <a:defRPr sz="1500">
                <a:solidFill>
                  <a:srgbClr val="1F2937"/>
                </a:solidFill>
              </a:defRPr>
            </a:lvl3pPr>
            <a:lvl4pPr>
              <a:defRPr sz="1500">
                <a:solidFill>
                  <a:srgbClr val="1F2937"/>
                </a:solidFill>
              </a:defRPr>
            </a:lvl4pPr>
            <a:lvl5pPr>
              <a:defRPr sz="1500">
                <a:solidFill>
                  <a:srgbClr val="1F2937"/>
                </a:solidFill>
              </a:defRPr>
            </a:lvl5pPr>
            <a:lvl6pPr>
              <a:defRPr sz="1500">
                <a:solidFill>
                  <a:srgbClr val="1F2937"/>
                </a:solidFill>
              </a:defRPr>
            </a:lvl6pPr>
            <a:lvl7pPr>
              <a:defRPr sz="1500">
                <a:solidFill>
                  <a:srgbClr val="1F2937"/>
                </a:solidFill>
              </a:defRPr>
            </a:lvl7pPr>
            <a:lvl8pPr>
              <a:defRPr sz="1500">
                <a:solidFill>
                  <a:srgbClr val="1F2937"/>
                </a:solidFill>
              </a:defRPr>
            </a:lvl8pPr>
            <a:lvl9pPr>
              <a:defRPr sz="1500">
                <a:solidFill>
                  <a:srgbClr val="1F2937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Enforce a maximum room capacity of two residents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Recalculate payment status after each record changes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Prevent invalid meter readings and conflicting billing data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Use reusable React components and a shared API client</a:t>
            </a:r>
          </a:p>
          <a:p xmlns:a="http://schemas.openxmlformats.org/drawingml/2006/main">
            <a:pPr>
              <a:defRPr sz="1500">
                <a:solidFill>
                  <a:srgbClr val="1F2937"/>
                </a:solidFill>
              </a:defRPr>
            </a:pPr>
            <a:r>
              <a:rPr sz="1500">
                <a:solidFill>
                  <a:srgbClr val="1F2937"/>
                </a:solidFill>
              </a:rPr>
              <a:t>• Build the frontend for production with Vite</a:t>
            </a:r>
          </a:p>
        </p:txBody>
      </p:sp>
    </p:spTree>
    <p:extLst>
      <p:ext uri="{BB962C8B-B14F-4D97-AF65-F5344CB8AC3E}">
        <p14:creationId xmlns:p14="http://schemas.microsoft.com/office/powerpoint/2010/main" val="1354748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78382-0907-4E22-92B1-F89182B0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44C3F2"/>
                </a:solidFill>
              </a:defRPr>
            </a:defPPr>
            <a:lvl1pPr>
              <a:defRPr sz="1425" b="1">
                <a:solidFill>
                  <a:srgbClr val="44C3F2"/>
                </a:solidFill>
              </a:defRPr>
            </a:lvl1pPr>
            <a:lvl2pPr>
              <a:defRPr sz="1425" b="1">
                <a:solidFill>
                  <a:srgbClr val="44C3F2"/>
                </a:solidFill>
              </a:defRPr>
            </a:lvl2pPr>
            <a:lvl3pPr>
              <a:defRPr sz="1425" b="1">
                <a:solidFill>
                  <a:srgbClr val="44C3F2"/>
                </a:solidFill>
              </a:defRPr>
            </a:lvl3pPr>
            <a:lvl4pPr>
              <a:defRPr sz="1425" b="1">
                <a:solidFill>
                  <a:srgbClr val="44C3F2"/>
                </a:solidFill>
              </a:defRPr>
            </a:lvl4pPr>
            <a:lvl5pPr>
              <a:defRPr sz="1425" b="1">
                <a:solidFill>
                  <a:srgbClr val="44C3F2"/>
                </a:solidFill>
              </a:defRPr>
            </a:lvl5pPr>
            <a:lvl6pPr>
              <a:defRPr sz="1425" b="1">
                <a:solidFill>
                  <a:srgbClr val="44C3F2"/>
                </a:solidFill>
              </a:defRPr>
            </a:lvl6pPr>
            <a:lvl7pPr>
              <a:defRPr sz="1425" b="1">
                <a:solidFill>
                  <a:srgbClr val="44C3F2"/>
                </a:solidFill>
              </a:defRPr>
            </a:lvl7pPr>
            <a:lvl8pPr>
              <a:defRPr sz="1425" b="1">
                <a:solidFill>
                  <a:srgbClr val="44C3F2"/>
                </a:solidFill>
              </a:defRPr>
            </a:lvl8pPr>
            <a:lvl9pPr>
              <a:defRPr sz="1425" b="1">
                <a:solidFill>
                  <a:srgbClr val="44C3F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4C3F2"/>
                </a:solidFill>
              </a:defRPr>
            </a:pPr>
            <a:r>
              <a:rPr sz="1425" b="1">
                <a:solidFill>
                  <a:srgbClr val="44C3F2"/>
                </a:solidFill>
              </a:rPr>
              <a:t>Project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11EA0-4306-4153-9A1D-AAFDCD2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 practical system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for daily rental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C7235-9ECB-4DDA-BC58-DFC52F1A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9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D8E7FA"/>
                </a:solidFill>
              </a:defRPr>
            </a:defPPr>
            <a:lvl1pPr>
              <a:defRPr sz="1650">
                <a:solidFill>
                  <a:srgbClr val="D8E7FA"/>
                </a:solidFill>
              </a:defRPr>
            </a:lvl1pPr>
            <a:lvl2pPr>
              <a:defRPr sz="1650">
                <a:solidFill>
                  <a:srgbClr val="D8E7FA"/>
                </a:solidFill>
              </a:defRPr>
            </a:lvl2pPr>
            <a:lvl3pPr>
              <a:defRPr sz="1650">
                <a:solidFill>
                  <a:srgbClr val="D8E7FA"/>
                </a:solidFill>
              </a:defRPr>
            </a:lvl3pPr>
            <a:lvl4pPr>
              <a:defRPr sz="1650">
                <a:solidFill>
                  <a:srgbClr val="D8E7FA"/>
                </a:solidFill>
              </a:defRPr>
            </a:lvl4pPr>
            <a:lvl5pPr>
              <a:defRPr sz="1650">
                <a:solidFill>
                  <a:srgbClr val="D8E7FA"/>
                </a:solidFill>
              </a:defRPr>
            </a:lvl5pPr>
            <a:lvl6pPr>
              <a:defRPr sz="1650">
                <a:solidFill>
                  <a:srgbClr val="D8E7FA"/>
                </a:solidFill>
              </a:defRPr>
            </a:lvl6pPr>
            <a:lvl7pPr>
              <a:defRPr sz="1650">
                <a:solidFill>
                  <a:srgbClr val="D8E7FA"/>
                </a:solidFill>
              </a:defRPr>
            </a:lvl7pPr>
            <a:lvl8pPr>
              <a:defRPr sz="1650">
                <a:solidFill>
                  <a:srgbClr val="D8E7FA"/>
                </a:solidFill>
              </a:defRPr>
            </a:lvl8pPr>
            <a:lvl9pPr>
              <a:defRPr sz="1650">
                <a:solidFill>
                  <a:srgbClr val="D8E7FA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D8E7FA"/>
                </a:solidFill>
              </a:defRPr>
            </a:pPr>
            <a:r>
              <a:rPr sz="1650">
                <a:solidFill>
                  <a:srgbClr val="D8E7FA"/>
                </a:solidFill>
              </a:rPr>
              <a:t>• Centralize operational data</a:t>
            </a:r>
          </a:p>
          <a:p xmlns:a="http://schemas.openxmlformats.org/drawingml/2006/main">
            <a:pPr>
              <a:defRPr sz="1650">
                <a:solidFill>
                  <a:srgbClr val="D8E7FA"/>
                </a:solidFill>
              </a:defRPr>
            </a:pPr>
            <a:r>
              <a:rPr sz="1650">
                <a:solidFill>
                  <a:srgbClr val="D8E7FA"/>
                </a:solidFill>
              </a:rPr>
              <a:t>• Reduce manual follow-up</a:t>
            </a:r>
          </a:p>
          <a:p xmlns:a="http://schemas.openxmlformats.org/drawingml/2006/main">
            <a:pPr>
              <a:defRPr sz="1650">
                <a:solidFill>
                  <a:srgbClr val="D8E7FA"/>
                </a:solidFill>
              </a:defRPr>
            </a:pPr>
            <a:r>
              <a:rPr sz="1650">
                <a:solidFill>
                  <a:srgbClr val="D8E7FA"/>
                </a:solidFill>
              </a:rPr>
              <a:t>• Support faster decisions with live reports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E0412-11E7-401A-9699-BE597B48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4C3F2"/>
                </a:solidFill>
              </a:defRPr>
            </a:defPPr>
            <a:lvl1pPr>
              <a:defRPr sz="2100" b="1">
                <a:solidFill>
                  <a:srgbClr val="44C3F2"/>
                </a:solidFill>
              </a:defRPr>
            </a:lvl1pPr>
            <a:lvl2pPr>
              <a:defRPr sz="2100" b="1">
                <a:solidFill>
                  <a:srgbClr val="44C3F2"/>
                </a:solidFill>
              </a:defRPr>
            </a:lvl2pPr>
            <a:lvl3pPr>
              <a:defRPr sz="2100" b="1">
                <a:solidFill>
                  <a:srgbClr val="44C3F2"/>
                </a:solidFill>
              </a:defRPr>
            </a:lvl3pPr>
            <a:lvl4pPr>
              <a:defRPr sz="2100" b="1">
                <a:solidFill>
                  <a:srgbClr val="44C3F2"/>
                </a:solidFill>
              </a:defRPr>
            </a:lvl4pPr>
            <a:lvl5pPr>
              <a:defRPr sz="2100" b="1">
                <a:solidFill>
                  <a:srgbClr val="44C3F2"/>
                </a:solidFill>
              </a:defRPr>
            </a:lvl5pPr>
            <a:lvl6pPr>
              <a:defRPr sz="2100" b="1">
                <a:solidFill>
                  <a:srgbClr val="44C3F2"/>
                </a:solidFill>
              </a:defRPr>
            </a:lvl6pPr>
            <a:lvl7pPr>
              <a:defRPr sz="2100" b="1">
                <a:solidFill>
                  <a:srgbClr val="44C3F2"/>
                </a:solidFill>
              </a:defRPr>
            </a:lvl7pPr>
            <a:lvl8pPr>
              <a:defRPr sz="2100" b="1">
                <a:solidFill>
                  <a:srgbClr val="44C3F2"/>
                </a:solidFill>
              </a:defRPr>
            </a:lvl8pPr>
            <a:lvl9pPr>
              <a:defRPr sz="2100" b="1">
                <a:solidFill>
                  <a:srgbClr val="44C3F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4C3F2"/>
                </a:solidFill>
              </a:defRPr>
            </a:pPr>
            <a:r>
              <a:rPr sz="2100" b="1">
                <a:solidFill>
                  <a:srgbClr val="44C3F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2783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2026-10-28T12:44:41.9780000Z</dcterms:created>
  <dcterms:modified xsi:type="dcterms:W3CDTF">2026-10-28T12:44:41.9780000Z</dcterms:modified>
</coreProperties>
</file>